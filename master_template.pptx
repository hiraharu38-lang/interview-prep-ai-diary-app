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92" r:id="rId5"/>
    <p:sldId id="275" r:id="rId6"/>
    <p:sldId id="276" r:id="rId7"/>
    <p:sldId id="277" r:id="rId8"/>
    <p:sldId id="279" r:id="rId9"/>
    <p:sldId id="294" r:id="rId10"/>
    <p:sldId id="281" r:id="rId11"/>
    <p:sldId id="282" r:id="rId12"/>
    <p:sldId id="283" r:id="rId13"/>
    <p:sldId id="284" r:id="rId14"/>
    <p:sldId id="285" r:id="rId15"/>
    <p:sldId id="293" r:id="rId16"/>
    <p:sldId id="295" r:id="rId17"/>
    <p:sldId id="288" r:id="rId18"/>
    <p:sldId id="289" r:id="rId1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46992"/>
    <a:srgbClr val="AEC2D8"/>
    <a:srgbClr val="98432A"/>
    <a:srgbClr val="D84400"/>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634"/>
  </p:normalViewPr>
  <p:slideViewPr>
    <p:cSldViewPr snapToGrid="0" showGuides="1">
      <p:cViewPr>
        <p:scale>
          <a:sx n="100" d="100"/>
          <a:sy n="100" d="100"/>
        </p:scale>
        <p:origin x="-38" y="-470"/>
      </p:cViewPr>
      <p:guideLst>
        <p:guide orient="horz" pos="1536"/>
        <p:guide pos="312"/>
      </p:guideLst>
    </p:cSldViewPr>
  </p:slideViewPr>
  <p:outlineViewPr>
    <p:cViewPr>
      <p:scale>
        <a:sx n="33" d="100"/>
        <a:sy n="33" d="100"/>
      </p:scale>
      <p:origin x="0" y="-1616"/>
    </p:cViewPr>
  </p:outlineViewPr>
  <p:notesTextViewPr>
    <p:cViewPr>
      <p:scale>
        <a:sx n="1" d="1"/>
        <a:sy n="1" d="1"/>
      </p:scale>
      <p:origin x="0" y="0"/>
    </p:cViewPr>
  </p:notesTextViewPr>
  <p:sorterViewPr>
    <p:cViewPr>
      <p:scale>
        <a:sx n="150" d="100"/>
        <a:sy n="150" d="100"/>
      </p:scale>
      <p:origin x="0" y="-13766"/>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6/28/2026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ED2950FC-64C0-50D7-5101-884A13ED2F1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9" name="Slide Image Placeholder 8">
            <a:extLst>
              <a:ext uri="{FF2B5EF4-FFF2-40B4-BE49-F238E27FC236}">
                <a16:creationId xmlns:a16="http://schemas.microsoft.com/office/drawing/2014/main" id="{CEA88831-A930-596B-0685-672024BE2711}"/>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a:extLst>
              <a:ext uri="{FF2B5EF4-FFF2-40B4-BE49-F238E27FC236}">
                <a16:creationId xmlns:a16="http://schemas.microsoft.com/office/drawing/2014/main" id="{2A3FD0A0-F4FB-BC20-358F-C4F179AA8980}"/>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11" name="Date Placeholder 10">
            <a:extLst>
              <a:ext uri="{FF2B5EF4-FFF2-40B4-BE49-F238E27FC236}">
                <a16:creationId xmlns:a16="http://schemas.microsoft.com/office/drawing/2014/main" id="{2D389891-233D-6282-224F-6B8EC0182D20}"/>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D61DD8-56E8-44DB-8D68-9188DEA50502}" type="datetimeFigureOut">
              <a:rPr lang="en-US" smtClean="0"/>
              <a:t>6/28/2026</a:t>
            </a:fld>
            <a:endParaRPr lang="en-US"/>
          </a:p>
        </p:txBody>
      </p:sp>
      <p:sp>
        <p:nvSpPr>
          <p:cNvPr id="12" name="Notes Placeholder 11">
            <a:extLst>
              <a:ext uri="{FF2B5EF4-FFF2-40B4-BE49-F238E27FC236}">
                <a16:creationId xmlns:a16="http://schemas.microsoft.com/office/drawing/2014/main" id="{F2A2D99A-04B6-3AD9-B6DA-EEE29FB0DDFD}"/>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EF4F81C-C1F0-7738-A271-96AF417D7F89}"/>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84C781-2765-427A-A960-385CE0D0CAB9}" type="slidenum">
              <a:rPr lang="en-US" smtClean="0"/>
              <a:t>‹#›</a:t>
            </a:fld>
            <a:endParaRPr lang="en-US"/>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2014797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2</a:t>
            </a:fld>
            <a:endParaRPr lang="en-US" altLang="zh-CN" noProof="0" dirty="0"/>
          </a:p>
        </p:txBody>
      </p:sp>
    </p:spTree>
    <p:extLst>
      <p:ext uri="{BB962C8B-B14F-4D97-AF65-F5344CB8AC3E}">
        <p14:creationId xmlns:p14="http://schemas.microsoft.com/office/powerpoint/2010/main" val="464722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a:t>
            </a:fld>
            <a:endParaRPr lang="en-US" altLang="zh-CN" noProof="0" dirty="0"/>
          </a:p>
        </p:txBody>
      </p:sp>
    </p:spTree>
    <p:extLst>
      <p:ext uri="{BB962C8B-B14F-4D97-AF65-F5344CB8AC3E}">
        <p14:creationId xmlns:p14="http://schemas.microsoft.com/office/powerpoint/2010/main" val="1337937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4</a:t>
            </a:fld>
            <a:endParaRPr lang="en-US" altLang="zh-CN" noProof="0" dirty="0"/>
          </a:p>
        </p:txBody>
      </p:sp>
    </p:spTree>
    <p:extLst>
      <p:ext uri="{BB962C8B-B14F-4D97-AF65-F5344CB8AC3E}">
        <p14:creationId xmlns:p14="http://schemas.microsoft.com/office/powerpoint/2010/main" val="15377443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5</a:t>
            </a:fld>
            <a:endParaRPr lang="en-US" altLang="zh-CN" dirty="0"/>
          </a:p>
        </p:txBody>
      </p:sp>
    </p:spTree>
    <p:extLst>
      <p:ext uri="{BB962C8B-B14F-4D97-AF65-F5344CB8AC3E}">
        <p14:creationId xmlns:p14="http://schemas.microsoft.com/office/powerpoint/2010/main" val="2880906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6</a:t>
            </a:fld>
            <a:endParaRPr lang="en-US" altLang="zh-CN" noProof="0" dirty="0"/>
          </a:p>
        </p:txBody>
      </p:sp>
    </p:spTree>
    <p:extLst>
      <p:ext uri="{BB962C8B-B14F-4D97-AF65-F5344CB8AC3E}">
        <p14:creationId xmlns:p14="http://schemas.microsoft.com/office/powerpoint/2010/main" val="22960023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7</a:t>
            </a:fld>
            <a:endParaRPr lang="en-US" altLang="zh-CN" dirty="0"/>
          </a:p>
        </p:txBody>
      </p:sp>
    </p:spTree>
    <p:extLst>
      <p:ext uri="{BB962C8B-B14F-4D97-AF65-F5344CB8AC3E}">
        <p14:creationId xmlns:p14="http://schemas.microsoft.com/office/powerpoint/2010/main" val="10774650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8</a:t>
            </a:fld>
            <a:endParaRPr lang="en-US" altLang="zh-CN" noProof="0" dirty="0"/>
          </a:p>
        </p:txBody>
      </p:sp>
    </p:spTree>
    <p:extLst>
      <p:ext uri="{BB962C8B-B14F-4D97-AF65-F5344CB8AC3E}">
        <p14:creationId xmlns:p14="http://schemas.microsoft.com/office/powerpoint/2010/main" val="2793072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9</a:t>
            </a:fld>
            <a:endParaRPr lang="en-US" altLang="zh-CN" noProof="0" dirty="0"/>
          </a:p>
        </p:txBody>
      </p:sp>
    </p:spTree>
    <p:extLst>
      <p:ext uri="{BB962C8B-B14F-4D97-AF65-F5344CB8AC3E}">
        <p14:creationId xmlns:p14="http://schemas.microsoft.com/office/powerpoint/2010/main" val="9912361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10</a:t>
            </a:fld>
            <a:endParaRPr lang="en-US" altLang="zh-CN" noProof="0" dirty="0"/>
          </a:p>
        </p:txBody>
      </p:sp>
    </p:spTree>
    <p:extLst>
      <p:ext uri="{BB962C8B-B14F-4D97-AF65-F5344CB8AC3E}">
        <p14:creationId xmlns:p14="http://schemas.microsoft.com/office/powerpoint/2010/main" val="21655193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11</a:t>
            </a:fld>
            <a:endParaRPr lang="en-US" altLang="zh-CN" noProof="0" dirty="0"/>
          </a:p>
        </p:txBody>
      </p:sp>
    </p:spTree>
    <p:extLst>
      <p:ext uri="{BB962C8B-B14F-4D97-AF65-F5344CB8AC3E}">
        <p14:creationId xmlns:p14="http://schemas.microsoft.com/office/powerpoint/2010/main" val="3169690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12</a:t>
            </a:fld>
            <a:endParaRPr lang="en-US" altLang="zh-CN" noProof="0" dirty="0"/>
          </a:p>
        </p:txBody>
      </p:sp>
    </p:spTree>
    <p:extLst>
      <p:ext uri="{BB962C8B-B14F-4D97-AF65-F5344CB8AC3E}">
        <p14:creationId xmlns:p14="http://schemas.microsoft.com/office/powerpoint/2010/main" val="12763453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13</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14</a:t>
            </a:fld>
            <a:endParaRPr lang="en-US" altLang="zh-CN" noProof="0" dirty="0"/>
          </a:p>
        </p:txBody>
      </p:sp>
    </p:spTree>
    <p:extLst>
      <p:ext uri="{BB962C8B-B14F-4D97-AF65-F5344CB8AC3E}">
        <p14:creationId xmlns:p14="http://schemas.microsoft.com/office/powerpoint/2010/main" val="31041578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15</a:t>
            </a:fld>
            <a:endParaRPr lang="en-US" altLang="zh-CN" noProof="0" dirty="0"/>
          </a:p>
        </p:txBody>
      </p:sp>
    </p:spTree>
    <p:extLst>
      <p:ext uri="{BB962C8B-B14F-4D97-AF65-F5344CB8AC3E}">
        <p14:creationId xmlns:p14="http://schemas.microsoft.com/office/powerpoint/2010/main" val="1439298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3">
            <a:alpha val="20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484764" y="1986926"/>
            <a:ext cx="5257793" cy="2057441"/>
          </a:xfrm>
        </p:spPr>
        <p:txBody>
          <a:bodyPr>
            <a:noAutofit/>
          </a:bodyPr>
          <a:lstStyle/>
          <a:p>
            <a:r>
              <a:rPr lang="en-US" noProof="0" dirty="0"/>
              <a:t>Click to edit Master title style</a:t>
            </a:r>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509005"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hasCustomPrompt="1"/>
          </p:nvPr>
        </p:nvSpPr>
        <p:spPr>
          <a:xfrm>
            <a:off x="1601366" y="4172084"/>
            <a:ext cx="1570612" cy="760288"/>
          </a:xfrm>
          <a:prstGeom prst="rect">
            <a:avLst/>
          </a:prstGeom>
        </p:spPr>
        <p:txBody>
          <a:bodyPr>
            <a:noAutofit/>
          </a:bodyPr>
          <a:lstStyle>
            <a:lvl1pPr marL="0" indent="0">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noProof="0"/>
              <a:t>Click to edit Master title style </a:t>
            </a:r>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accent6"/>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3"/>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512572" y="3435545"/>
            <a:ext cx="4253399" cy="1740114"/>
          </a:xfrm>
        </p:spPr>
        <p:txBody>
          <a:bodyPr>
            <a:noAutofit/>
          </a:bodyPr>
          <a:lstStyle>
            <a:lvl1pPr>
              <a:defRPr>
                <a:solidFill>
                  <a:schemeClr val="accent6"/>
                </a:solidFill>
              </a:defRPr>
            </a:lvl1pPr>
          </a:lstStyle>
          <a:p>
            <a:r>
              <a:rPr lang="en-US"/>
              <a:t>Click to edit Master title style</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Freeform: Shape 13">
            <a:extLst>
              <a:ext uri="{FF2B5EF4-FFF2-40B4-BE49-F238E27FC236}">
                <a16:creationId xmlns:a16="http://schemas.microsoft.com/office/drawing/2014/main" id="{70174533-8C0E-4E82-A582-891A0555FA1F}"/>
              </a:ext>
            </a:extLst>
          </p:cNvPr>
          <p:cNvSpPr/>
          <p:nvPr userDrawn="1"/>
        </p:nvSpPr>
        <p:spPr>
          <a:xfrm>
            <a:off x="7328126" y="231031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5" name="Freeform: Shape 14">
            <a:extLst>
              <a:ext uri="{FF2B5EF4-FFF2-40B4-BE49-F238E27FC236}">
                <a16:creationId xmlns:a16="http://schemas.microsoft.com/office/drawing/2014/main" id="{071E3938-A754-4D49-B509-249EE9BD83AB}"/>
              </a:ext>
            </a:extLst>
          </p:cNvPr>
          <p:cNvSpPr/>
          <p:nvPr userDrawn="1"/>
        </p:nvSpPr>
        <p:spPr>
          <a:xfrm>
            <a:off x="8375472" y="4095335"/>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24" name="Content placeholder 47" descr="Click icon to add picture">
            <a:extLst>
              <a:ext uri="{FF2B5EF4-FFF2-40B4-BE49-F238E27FC236}">
                <a16:creationId xmlns:a16="http://schemas.microsoft.com/office/drawing/2014/main" id="{5414CF94-2913-4AE7-AAC3-3D61FE742888}"/>
              </a:ext>
            </a:extLst>
          </p:cNvPr>
          <p:cNvSpPr>
            <a:spLocks noGrp="1"/>
          </p:cNvSpPr>
          <p:nvPr>
            <p:ph type="body" sz="quarter" idx="28" hasCustomPrompt="1"/>
          </p:nvPr>
        </p:nvSpPr>
        <p:spPr>
          <a:xfrm>
            <a:off x="6274027" y="1076241"/>
            <a:ext cx="1913128" cy="1054727"/>
          </a:xfrm>
          <a:prstGeom prst="rect">
            <a:avLst/>
          </a:prstGeom>
        </p:spPr>
        <p:txBody>
          <a:bodyPr anchor="ctr">
            <a:noAutofit/>
          </a:bodyPr>
          <a:lstStyle>
            <a:lvl1pPr marL="0" indent="0" algn="ctr">
              <a:lnSpc>
                <a:spcPct val="100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a:t>
            </a:r>
            <a:r>
              <a:rPr lang="zh-CN" altLang="en-US" dirty="0"/>
              <a:t> </a:t>
            </a:r>
            <a:r>
              <a:rPr lang="en-US" altLang="zh-CN" dirty="0"/>
              <a:t>Master title style </a:t>
            </a:r>
          </a:p>
        </p:txBody>
      </p:sp>
      <p:sp>
        <p:nvSpPr>
          <p:cNvPr id="26" name="Content placeholder 47" descr="Click icon to add picture">
            <a:extLst>
              <a:ext uri="{FF2B5EF4-FFF2-40B4-BE49-F238E27FC236}">
                <a16:creationId xmlns:a16="http://schemas.microsoft.com/office/drawing/2014/main" id="{3CE3485A-395E-4C5F-A00F-D230FF7CFB93}"/>
              </a:ext>
            </a:extLst>
          </p:cNvPr>
          <p:cNvSpPr>
            <a:spLocks noGrp="1"/>
          </p:cNvSpPr>
          <p:nvPr>
            <p:ph type="body" sz="quarter" idx="29" hasCustomPrompt="1"/>
          </p:nvPr>
        </p:nvSpPr>
        <p:spPr>
          <a:xfrm>
            <a:off x="8375472" y="1076241"/>
            <a:ext cx="1904890" cy="1054728"/>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a:t>
            </a:r>
            <a:r>
              <a:rPr lang="zh-CN" altLang="en-US" dirty="0"/>
              <a:t> </a:t>
            </a:r>
            <a:r>
              <a:rPr lang="en-US" altLang="zh-CN" dirty="0"/>
              <a:t>Master title style </a:t>
            </a:r>
          </a:p>
        </p:txBody>
      </p:sp>
      <p:sp>
        <p:nvSpPr>
          <p:cNvPr id="33" name="Content placeholder 47" descr="Click icon to add picture">
            <a:extLst>
              <a:ext uri="{FF2B5EF4-FFF2-40B4-BE49-F238E27FC236}">
                <a16:creationId xmlns:a16="http://schemas.microsoft.com/office/drawing/2014/main" id="{6A8DFBFF-5B07-49C6-ADB8-341FCD1E7531}"/>
              </a:ext>
            </a:extLst>
          </p:cNvPr>
          <p:cNvSpPr>
            <a:spLocks noGrp="1"/>
          </p:cNvSpPr>
          <p:nvPr>
            <p:ph type="body" sz="quarter" idx="30" hasCustomPrompt="1"/>
          </p:nvPr>
        </p:nvSpPr>
        <p:spPr>
          <a:xfrm>
            <a:off x="7321949" y="2844725"/>
            <a:ext cx="1914694" cy="108919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descr="Click icon to add picture">
            <a:extLst>
              <a:ext uri="{FF2B5EF4-FFF2-40B4-BE49-F238E27FC236}">
                <a16:creationId xmlns:a16="http://schemas.microsoft.com/office/drawing/2014/main" id="{1AC7F192-CFC3-470A-9467-330212C6F52D}"/>
              </a:ext>
            </a:extLst>
          </p:cNvPr>
          <p:cNvSpPr>
            <a:spLocks noGrp="1"/>
          </p:cNvSpPr>
          <p:nvPr>
            <p:ph type="body" sz="quarter" idx="31" hasCustomPrompt="1"/>
          </p:nvPr>
        </p:nvSpPr>
        <p:spPr>
          <a:xfrm>
            <a:off x="9409651" y="2826795"/>
            <a:ext cx="1913128" cy="1107124"/>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5" name="Content placeholder 47" descr="Click icon to add picture">
            <a:extLst>
              <a:ext uri="{FF2B5EF4-FFF2-40B4-BE49-F238E27FC236}">
                <a16:creationId xmlns:a16="http://schemas.microsoft.com/office/drawing/2014/main" id="{A5D53FF3-B0CD-4D31-9128-2D2E0E89F09C}"/>
              </a:ext>
            </a:extLst>
          </p:cNvPr>
          <p:cNvSpPr>
            <a:spLocks noGrp="1"/>
          </p:cNvSpPr>
          <p:nvPr>
            <p:ph type="body" sz="quarter" idx="32" hasCustomPrompt="1"/>
          </p:nvPr>
        </p:nvSpPr>
        <p:spPr>
          <a:xfrm>
            <a:off x="8367234" y="4631270"/>
            <a:ext cx="1913128" cy="1075689"/>
          </a:xfrm>
          <a:prstGeom prst="rect">
            <a:avLst/>
          </a:prstGeom>
        </p:spPr>
        <p:txBody>
          <a:bodyPr anchor="ctr">
            <a:noAutofit/>
          </a:bodyPr>
          <a:lstStyle>
            <a:lvl1pPr marL="0" indent="0" algn="ctr">
              <a:lnSpc>
                <a:spcPct val="113000"/>
              </a:lnSpc>
              <a:buNone/>
              <a:defRPr sz="1800" b="0" i="0">
                <a:solidFill>
                  <a:schemeClr val="accent6"/>
                </a:solidFill>
                <a:latin typeface="Abadi" panose="020B0604020104020204"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 name="Freeform: Shape 6">
            <a:extLst>
              <a:ext uri="{FF2B5EF4-FFF2-40B4-BE49-F238E27FC236}">
                <a16:creationId xmlns:a16="http://schemas.microsoft.com/office/drawing/2014/main" id="{4D27EAE5-5D14-4E2B-9A4E-E1CE7C26F40F}"/>
              </a:ext>
            </a:extLst>
          </p:cNvPr>
          <p:cNvSpPr/>
          <p:nvPr userDrawn="1"/>
        </p:nvSpPr>
        <p:spPr>
          <a:xfrm>
            <a:off x="630971" y="606175"/>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01796F5D-2CC8-44C2-B5B5-E61BEFFF5A72}"/>
              </a:ext>
            </a:extLst>
          </p:cNvPr>
          <p:cNvSpPr/>
          <p:nvPr userDrawn="1"/>
        </p:nvSpPr>
        <p:spPr>
          <a:xfrm>
            <a:off x="5252937" y="2290859"/>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Shape 11">
            <a:extLst>
              <a:ext uri="{FF2B5EF4-FFF2-40B4-BE49-F238E27FC236}">
                <a16:creationId xmlns:a16="http://schemas.microsoft.com/office/drawing/2014/main" id="{73093633-6A91-42B5-961C-4B3A5DDF2146}"/>
              </a:ext>
            </a:extLst>
          </p:cNvPr>
          <p:cNvSpPr/>
          <p:nvPr userDrawn="1"/>
        </p:nvSpPr>
        <p:spPr>
          <a:xfrm>
            <a:off x="6310033" y="405642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a:xfrm>
            <a:off x="484632" y="6217920"/>
            <a:ext cx="4114800" cy="365125"/>
          </a:xfrm>
        </p:spPr>
        <p:txBody>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a:xfrm>
            <a:off x="11194169" y="6217920"/>
            <a:ext cx="458592" cy="365125"/>
          </a:xfrm>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862097048"/>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509574" y="2096892"/>
            <a:ext cx="5117162" cy="1325563"/>
          </a:xfrm>
        </p:spPr>
        <p:txBody>
          <a:bodyPr>
            <a:noAutofit/>
          </a:bodyPr>
          <a:lstStyle>
            <a:lvl1pPr>
              <a:defRPr>
                <a:solidFill>
                  <a:schemeClr val="accent6"/>
                </a:solidFill>
              </a:defRPr>
            </a:lvl1pPr>
          </a:lstStyle>
          <a:p>
            <a:r>
              <a:rPr lang="en-US"/>
              <a:t>Click to edit Master title style</a:t>
            </a:r>
            <a:endParaRPr lang="en-US" dirty="0"/>
          </a:p>
        </p:txBody>
      </p:sp>
      <p:sp>
        <p:nvSpPr>
          <p:cNvPr id="14" name="Content placeholder 47">
            <a:extLst>
              <a:ext uri="{FF2B5EF4-FFF2-40B4-BE49-F238E27FC236}">
                <a16:creationId xmlns:a16="http://schemas.microsoft.com/office/drawing/2014/main" id="{E61594E5-F661-407F-9B5E-62267D2E6AAD}"/>
              </a:ext>
            </a:extLst>
          </p:cNvPr>
          <p:cNvSpPr>
            <a:spLocks noGrp="1"/>
          </p:cNvSpPr>
          <p:nvPr>
            <p:ph type="body" sz="quarter" idx="28" hasCustomPrompt="1"/>
          </p:nvPr>
        </p:nvSpPr>
        <p:spPr>
          <a:xfrm>
            <a:off x="509574" y="3435546"/>
            <a:ext cx="4260180" cy="1294530"/>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1" name="Picture Placeholder 20">
            <a:extLst>
              <a:ext uri="{FF2B5EF4-FFF2-40B4-BE49-F238E27FC236}">
                <a16:creationId xmlns:a16="http://schemas.microsoft.com/office/drawing/2014/main" id="{988BDF24-3B67-5B77-0D48-319FA7FD0F65}"/>
              </a:ext>
            </a:extLst>
          </p:cNvPr>
          <p:cNvSpPr>
            <a:spLocks noGrp="1"/>
          </p:cNvSpPr>
          <p:nvPr>
            <p:ph type="pic" sz="quarter" idx="51"/>
          </p:nvPr>
        </p:nvSpPr>
        <p:spPr>
          <a:xfrm>
            <a:off x="5745001" y="0"/>
            <a:ext cx="6446999" cy="6858000"/>
          </a:xfrm>
          <a:custGeom>
            <a:avLst/>
            <a:gdLst>
              <a:gd name="connsiteX0" fmla="*/ 2550369 w 6483642"/>
              <a:gd name="connsiteY0" fmla="*/ 0 h 6858000"/>
              <a:gd name="connsiteX1" fmla="*/ 4338592 w 6483642"/>
              <a:gd name="connsiteY1" fmla="*/ 0 h 6858000"/>
              <a:gd name="connsiteX2" fmla="*/ 6483642 w 6483642"/>
              <a:gd name="connsiteY2" fmla="*/ 1338386 h 6858000"/>
              <a:gd name="connsiteX3" fmla="*/ 6483642 w 6483642"/>
              <a:gd name="connsiteY3" fmla="*/ 5624376 h 6858000"/>
              <a:gd name="connsiteX4" fmla="*/ 4378767 w 6483642"/>
              <a:gd name="connsiteY4" fmla="*/ 6858000 h 6858000"/>
              <a:gd name="connsiteX5" fmla="*/ 2590564 w 6483642"/>
              <a:gd name="connsiteY5" fmla="*/ 6858000 h 6858000"/>
              <a:gd name="connsiteX6" fmla="*/ 133 w 6483642"/>
              <a:gd name="connsiteY6" fmla="*/ 5332429 h 6858000"/>
              <a:gd name="connsiteX7" fmla="*/ 20164 w 6483642"/>
              <a:gd name="connsiteY7" fmla="*/ 1404433 h 6858000"/>
              <a:gd name="connsiteX0" fmla="*/ 2530205 w 6463478"/>
              <a:gd name="connsiteY0" fmla="*/ 0 h 6858000"/>
              <a:gd name="connsiteX1" fmla="*/ 4318428 w 6463478"/>
              <a:gd name="connsiteY1" fmla="*/ 0 h 6858000"/>
              <a:gd name="connsiteX2" fmla="*/ 6463478 w 6463478"/>
              <a:gd name="connsiteY2" fmla="*/ 1338386 h 6858000"/>
              <a:gd name="connsiteX3" fmla="*/ 6463478 w 6463478"/>
              <a:gd name="connsiteY3" fmla="*/ 5624376 h 6858000"/>
              <a:gd name="connsiteX4" fmla="*/ 4358603 w 6463478"/>
              <a:gd name="connsiteY4" fmla="*/ 6858000 h 6858000"/>
              <a:gd name="connsiteX5" fmla="*/ 2570400 w 6463478"/>
              <a:gd name="connsiteY5" fmla="*/ 6858000 h 6858000"/>
              <a:gd name="connsiteX6" fmla="*/ 17140 w 6463478"/>
              <a:gd name="connsiteY6" fmla="*/ 5339864 h 6858000"/>
              <a:gd name="connsiteX7" fmla="*/ 0 w 6463478"/>
              <a:gd name="connsiteY7" fmla="*/ 1404433 h 6858000"/>
              <a:gd name="connsiteX8" fmla="*/ 2530205 w 6463478"/>
              <a:gd name="connsiteY8" fmla="*/ 0 h 6858000"/>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 name="connsiteX8" fmla="*/ 2513726 w 6446999"/>
              <a:gd name="connsiteY8"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lnTo>
                  <a:pt x="2513726" y="0"/>
                </a:lnTo>
                <a:close/>
              </a:path>
            </a:pathLst>
          </a:custGeom>
          <a:no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dirty="0">
                <a:solidFill>
                  <a:schemeClr val="accent6"/>
                </a:solidFill>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lvl1pPr>
              <a:defRPr>
                <a:solidFill>
                  <a:schemeClr val="accent6"/>
                </a:solidFill>
              </a:defRPr>
            </a:lvl1pPr>
          </a:lstStyle>
          <a:p>
            <a:r>
              <a:rPr lang="en-US"/>
              <a:t>Presentation title</a:t>
            </a:r>
            <a:endParaRPr lang="en-US"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4161259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Autofit/>
          </a:bodyPr>
          <a:lstStyle>
            <a:lvl1pPr>
              <a:defRPr>
                <a:solidFill>
                  <a:schemeClr val="accent6"/>
                </a:solidFill>
              </a:defRPr>
            </a:lvl1pPr>
          </a:lstStyle>
          <a:p>
            <a:r>
              <a:rPr lang="en-US"/>
              <a:t>Click to edit Master title style</a:t>
            </a:r>
            <a:endParaRPr lang="en-US" dirty="0"/>
          </a:p>
        </p:txBody>
      </p:sp>
      <p:sp>
        <p:nvSpPr>
          <p:cNvPr id="18" name="Hexagon 17">
            <a:extLst>
              <a:ext uri="{FF2B5EF4-FFF2-40B4-BE49-F238E27FC236}">
                <a16:creationId xmlns:a16="http://schemas.microsoft.com/office/drawing/2014/main" id="{ADF8D8A3-175E-9A50-A98B-3766DAAB5EE2}"/>
              </a:ext>
            </a:extLst>
          </p:cNvPr>
          <p:cNvSpPr/>
          <p:nvPr userDrawn="1"/>
        </p:nvSpPr>
        <p:spPr>
          <a:xfrm rot="5400000">
            <a:off x="1308232" y="2004972"/>
            <a:ext cx="3593592" cy="2880360"/>
          </a:xfrm>
          <a:prstGeom prst="hexagon">
            <a:avLst>
              <a:gd name="adj" fmla="val 31211"/>
              <a:gd name="vf" fmla="val 11547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Text 47" descr="Click icon to add picture">
            <a:extLst>
              <a:ext uri="{FF2B5EF4-FFF2-40B4-BE49-F238E27FC236}">
                <a16:creationId xmlns:a16="http://schemas.microsoft.com/office/drawing/2014/main" id="{B264F104-ED4D-9A7F-E598-295893E05B7F}"/>
              </a:ext>
            </a:extLst>
          </p:cNvPr>
          <p:cNvSpPr>
            <a:spLocks noGrp="1"/>
          </p:cNvSpPr>
          <p:nvPr>
            <p:ph type="body" sz="quarter" idx="28" hasCustomPrompt="1"/>
          </p:nvPr>
        </p:nvSpPr>
        <p:spPr>
          <a:xfrm>
            <a:off x="2319235" y="2911781"/>
            <a:ext cx="1570612" cy="1070829"/>
          </a:xfrm>
          <a:prstGeom prst="rect">
            <a:avLst/>
          </a:prstGeom>
        </p:spPr>
        <p:txBody>
          <a:bodyPr>
            <a:noAutofit/>
          </a:bodyPr>
          <a:lstStyle>
            <a:lvl1pPr marL="0" indent="0" algn="ctr">
              <a:lnSpc>
                <a:spcPct val="113000"/>
              </a:lnSpc>
              <a:buNone/>
              <a:defRPr sz="1800" b="1" cap="all" baseline="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17" name="Picture Placeholder 16">
            <a:extLst>
              <a:ext uri="{FF2B5EF4-FFF2-40B4-BE49-F238E27FC236}">
                <a16:creationId xmlns:a16="http://schemas.microsoft.com/office/drawing/2014/main" id="{7A084A88-6A62-9495-6CFE-1127D5CAAAB2}"/>
              </a:ext>
            </a:extLst>
          </p:cNvPr>
          <p:cNvSpPr>
            <a:spLocks noGrp="1"/>
          </p:cNvSpPr>
          <p:nvPr>
            <p:ph type="pic" sz="quarter" idx="47"/>
          </p:nvPr>
        </p:nvSpPr>
        <p:spPr>
          <a:xfrm>
            <a:off x="581710" y="555648"/>
            <a:ext cx="5045662" cy="5783096"/>
          </a:xfrm>
          <a:custGeom>
            <a:avLst/>
            <a:gdLst>
              <a:gd name="connsiteX0" fmla="*/ 2523318 w 5045662"/>
              <a:gd name="connsiteY0" fmla="*/ 1092708 h 5783096"/>
              <a:gd name="connsiteX1" fmla="*/ 1083139 w 5045662"/>
              <a:gd name="connsiteY1" fmla="*/ 1991697 h 5783096"/>
              <a:gd name="connsiteX2" fmla="*/ 1083139 w 5045662"/>
              <a:gd name="connsiteY2" fmla="*/ 3787311 h 5783096"/>
              <a:gd name="connsiteX3" fmla="*/ 2523318 w 5045662"/>
              <a:gd name="connsiteY3" fmla="*/ 4686300 h 5783096"/>
              <a:gd name="connsiteX4" fmla="*/ 3963497 w 5045662"/>
              <a:gd name="connsiteY4" fmla="*/ 3787311 h 5783096"/>
              <a:gd name="connsiteX5" fmla="*/ 3963497 w 5045662"/>
              <a:gd name="connsiteY5" fmla="*/ 1991697 h 5783096"/>
              <a:gd name="connsiteX6" fmla="*/ 2470122 w 5045662"/>
              <a:gd name="connsiteY6" fmla="*/ 0 h 5783096"/>
              <a:gd name="connsiteX7" fmla="*/ 5037208 w 5045662"/>
              <a:gd name="connsiteY7" fmla="*/ 1458369 h 5783096"/>
              <a:gd name="connsiteX8" fmla="*/ 5045662 w 5045662"/>
              <a:gd name="connsiteY8" fmla="*/ 4339769 h 5783096"/>
              <a:gd name="connsiteX9" fmla="*/ 2561576 w 5045662"/>
              <a:gd name="connsiteY9" fmla="*/ 5783096 h 5783096"/>
              <a:gd name="connsiteX10" fmla="*/ 24164 w 5045662"/>
              <a:gd name="connsiteY10" fmla="*/ 4354881 h 5783096"/>
              <a:gd name="connsiteX11" fmla="*/ 0 w 5045662"/>
              <a:gd name="connsiteY11" fmla="*/ 1453765 h 57830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45662" h="5783096">
                <a:moveTo>
                  <a:pt x="2523318" y="1092708"/>
                </a:moveTo>
                <a:lnTo>
                  <a:pt x="1083139" y="1991697"/>
                </a:lnTo>
                <a:lnTo>
                  <a:pt x="1083139" y="3787311"/>
                </a:lnTo>
                <a:lnTo>
                  <a:pt x="2523318" y="4686300"/>
                </a:lnTo>
                <a:lnTo>
                  <a:pt x="3963497" y="3787311"/>
                </a:lnTo>
                <a:lnTo>
                  <a:pt x="3963497" y="1991697"/>
                </a:lnTo>
                <a:close/>
                <a:moveTo>
                  <a:pt x="2470122" y="0"/>
                </a:moveTo>
                <a:lnTo>
                  <a:pt x="5037208" y="1458369"/>
                </a:lnTo>
                <a:cubicBezTo>
                  <a:pt x="5040026" y="2418836"/>
                  <a:pt x="5042844" y="3379302"/>
                  <a:pt x="5045662" y="4339769"/>
                </a:cubicBezTo>
                <a:lnTo>
                  <a:pt x="2561576" y="5783096"/>
                </a:lnTo>
                <a:lnTo>
                  <a:pt x="24164" y="4354881"/>
                </a:lnTo>
                <a:lnTo>
                  <a:pt x="0" y="1453765"/>
                </a:lnTo>
                <a:close/>
              </a:path>
            </a:pathLst>
          </a:custGeom>
        </p:spPr>
        <p:txBody>
          <a:bodyPr wrap="square" tIns="457200">
            <a:noAutofit/>
          </a:bodyPr>
          <a:lstStyle>
            <a:lvl1pPr marL="0" indent="0" algn="ctr">
              <a:buNone/>
              <a:defRPr>
                <a:solidFill>
                  <a:schemeClr val="accent6"/>
                </a:solidFill>
              </a:defRPr>
            </a:lvl1pPr>
          </a:lstStyle>
          <a:p>
            <a:r>
              <a:rPr lang="en-US"/>
              <a:t>Click icon to add picture</a:t>
            </a:r>
            <a:endParaRPr lang="en-US" dirty="0"/>
          </a:p>
        </p:txBody>
      </p:sp>
    </p:spTree>
    <p:extLst>
      <p:ext uri="{BB962C8B-B14F-4D97-AF65-F5344CB8AC3E}">
        <p14:creationId xmlns:p14="http://schemas.microsoft.com/office/powerpoint/2010/main" val="34077113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BC57-1D8D-9F59-24F9-1E8232279959}"/>
              </a:ext>
            </a:extLst>
          </p:cNvPr>
          <p:cNvSpPr>
            <a:spLocks noGrp="1"/>
          </p:cNvSpPr>
          <p:nvPr>
            <p:ph type="title"/>
          </p:nvPr>
        </p:nvSpPr>
        <p:spPr>
          <a:xfrm>
            <a:off x="587829" y="507076"/>
            <a:ext cx="10515600" cy="1115434"/>
          </a:xfrm>
        </p:spPr>
        <p:txBody>
          <a:bodyPr/>
          <a:lstStyle>
            <a:lvl1pPr>
              <a:defRPr>
                <a:solidFill>
                  <a:schemeClr val="accent6"/>
                </a:solidFill>
              </a:defRPr>
            </a:lvl1pPr>
          </a:lstStyle>
          <a:p>
            <a:r>
              <a:rPr lang="en-US"/>
              <a:t>Click to edit Master title style</a:t>
            </a:r>
          </a:p>
        </p:txBody>
      </p:sp>
      <p:sp>
        <p:nvSpPr>
          <p:cNvPr id="11" name="Content placeholder 47">
            <a:extLst>
              <a:ext uri="{FF2B5EF4-FFF2-40B4-BE49-F238E27FC236}">
                <a16:creationId xmlns:a16="http://schemas.microsoft.com/office/drawing/2014/main" id="{561744A6-D3EA-42C3-8E71-3BB8BA1E6149}"/>
              </a:ext>
            </a:extLst>
          </p:cNvPr>
          <p:cNvSpPr>
            <a:spLocks noGrp="1"/>
          </p:cNvSpPr>
          <p:nvPr>
            <p:ph type="chart" sz="quarter" idx="27" hasCustomPrompt="1"/>
          </p:nvPr>
        </p:nvSpPr>
        <p:spPr>
          <a:xfrm>
            <a:off x="587829" y="1622510"/>
            <a:ext cx="10889796" cy="4155757"/>
          </a:xfrm>
          <a:prstGeom prst="rect">
            <a:avLst/>
          </a:prstGeom>
        </p:spPr>
        <p:txBody>
          <a:bodyPr/>
          <a:lstStyle>
            <a:lvl1pPr>
              <a:defRPr>
                <a:solidFill>
                  <a:schemeClr val="accent6"/>
                </a:solidFill>
              </a:defRPr>
            </a:lvl1pPr>
          </a:lstStyle>
          <a:p>
            <a:r>
              <a:rPr lang="en-US" altLang="zh-CN" dirty="0"/>
              <a:t>Click to edit master text style</a:t>
            </a:r>
            <a:endParaRPr lang="zh-CN" altLang="en-US"/>
          </a:p>
        </p:txBody>
      </p:sp>
      <p:sp>
        <p:nvSpPr>
          <p:cNvPr id="3" name="Footer Placeholder 2">
            <a:extLst>
              <a:ext uri="{FF2B5EF4-FFF2-40B4-BE49-F238E27FC236}">
                <a16:creationId xmlns:a16="http://schemas.microsoft.com/office/drawing/2014/main" id="{D1C82179-6F61-D1EC-D800-74B748B37F0E}"/>
              </a:ext>
            </a:extLst>
          </p:cNvPr>
          <p:cNvSpPr>
            <a:spLocks noGrp="1"/>
          </p:cNvSpPr>
          <p:nvPr>
            <p:ph type="ftr" sz="quarter" idx="28"/>
          </p:nvPr>
        </p:nvSpPr>
        <p:spPr/>
        <p:txBody>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38803A51-0211-9F66-D20B-444BC94AA39E}"/>
              </a:ext>
            </a:extLst>
          </p:cNvPr>
          <p:cNvSpPr>
            <a:spLocks noGrp="1"/>
          </p:cNvSpPr>
          <p:nvPr>
            <p:ph type="sldNum" sz="quarter" idx="29"/>
          </p:nvPr>
        </p:nvSpPr>
        <p:spPr/>
        <p:txBody>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76827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design">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581709" y="721538"/>
            <a:ext cx="10889796" cy="1418998"/>
          </a:xfrm>
          <a:prstGeom prst="rect">
            <a:avLst/>
          </a:prstGeom>
        </p:spPr>
        <p:txBody>
          <a:bodyPr vert="horz" lIns="91440" tIns="45720" rIns="91440" bIns="45720" rtlCol="0" anchor="t">
            <a:noAutofit/>
          </a:bodyPr>
          <a:lstStyle>
            <a:lvl1pPr>
              <a:defRPr>
                <a:solidFill>
                  <a:schemeClr val="accent6"/>
                </a:solidFill>
              </a:defRPr>
            </a:lvl1pPr>
          </a:lstStyle>
          <a:p>
            <a:r>
              <a:rPr lang="en-US"/>
              <a:t>Click to edit Master title style</a:t>
            </a:r>
            <a:endParaRPr lang="en-US" dirty="0"/>
          </a:p>
        </p:txBody>
      </p:sp>
      <p:sp>
        <p:nvSpPr>
          <p:cNvPr id="10" name="Table placeholder">
            <a:extLst>
              <a:ext uri="{FF2B5EF4-FFF2-40B4-BE49-F238E27FC236}">
                <a16:creationId xmlns:a16="http://schemas.microsoft.com/office/drawing/2014/main" id="{CFC5FF09-DE50-4155-81A0-5DD9B700F205}"/>
              </a:ext>
            </a:extLst>
          </p:cNvPr>
          <p:cNvSpPr>
            <a:spLocks noGrp="1"/>
          </p:cNvSpPr>
          <p:nvPr>
            <p:ph type="tbl" sz="quarter" idx="27" hasCustomPrompt="1"/>
          </p:nvPr>
        </p:nvSpPr>
        <p:spPr>
          <a:xfrm>
            <a:off x="581709" y="1614198"/>
            <a:ext cx="10889796" cy="4317856"/>
          </a:xfrm>
          <a:prstGeom prst="rect">
            <a:avLst/>
          </a:prstGeom>
        </p:spPr>
        <p:txBody>
          <a:bodyPr>
            <a:noAutofit/>
          </a:bodyPr>
          <a:lstStyle>
            <a:lvl1pPr>
              <a:defRPr>
                <a:solidFill>
                  <a:schemeClr val="accent6"/>
                </a:solidFill>
              </a:defRPr>
            </a:lvl1pPr>
          </a:lstStyle>
          <a:p>
            <a:r>
              <a:rPr lang="en-US" altLang="zh-CN" dirty="0"/>
              <a:t>Click to edit master text style</a:t>
            </a:r>
            <a:endParaRPr lang="zh-CN" altLang="en-US"/>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lvl1pPr>
              <a:defRPr>
                <a:solidFill>
                  <a:schemeClr val="accent6"/>
                </a:solidFill>
              </a:defRPr>
            </a:lvl1pPr>
          </a:lstStyle>
          <a:p>
            <a:r>
              <a:rPr lang="en-US"/>
              <a:t>Presentation title</a:t>
            </a:r>
            <a:endParaRPr lang="en-US"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BF58E95-E9E1-28E6-FB2F-DE808892233F}"/>
              </a:ext>
            </a:extLst>
          </p:cNvPr>
          <p:cNvSpPr>
            <a:spLocks noGrp="1"/>
          </p:cNvSpPr>
          <p:nvPr>
            <p:ph type="title" hasCustomPrompt="1"/>
          </p:nvPr>
        </p:nvSpPr>
        <p:spPr>
          <a:xfrm>
            <a:off x="6099079" y="1856195"/>
            <a:ext cx="4518122" cy="1688906"/>
          </a:xfrm>
        </p:spPr>
        <p:txBody>
          <a:bodyPr anchor="b">
            <a:noAutofit/>
          </a:bodyPr>
          <a:lstStyle>
            <a:lvl1pPr>
              <a:defRPr sz="2700">
                <a:latin typeface="+mn-lt"/>
              </a:defRPr>
            </a:lvl1pPr>
          </a:lstStyle>
          <a:p>
            <a:r>
              <a:rPr lang="en-US" dirty="0"/>
              <a:t>Click to edit </a:t>
            </a:r>
            <a:r>
              <a:rPr lang="en-US" altLang="zh-CN" dirty="0"/>
              <a:t>Text</a:t>
            </a:r>
            <a:r>
              <a:rPr lang="zh-CN" altLang="en-US" dirty="0"/>
              <a:t> </a:t>
            </a:r>
            <a:r>
              <a:rPr lang="en-US" dirty="0"/>
              <a:t>style</a:t>
            </a:r>
          </a:p>
        </p:txBody>
      </p:sp>
      <p:sp>
        <p:nvSpPr>
          <p:cNvPr id="11" name="subtitle 47">
            <a:extLst>
              <a:ext uri="{FF2B5EF4-FFF2-40B4-BE49-F238E27FC236}">
                <a16:creationId xmlns:a16="http://schemas.microsoft.com/office/drawing/2014/main" id="{3B45AD65-2B81-A368-E5F0-5C61D0B1DFEB}"/>
              </a:ext>
            </a:extLst>
          </p:cNvPr>
          <p:cNvSpPr>
            <a:spLocks noGrp="1"/>
          </p:cNvSpPr>
          <p:nvPr>
            <p:ph type="body" sz="quarter" idx="29" hasCustomPrompt="1"/>
          </p:nvPr>
        </p:nvSpPr>
        <p:spPr>
          <a:xfrm>
            <a:off x="6095999" y="3695015"/>
            <a:ext cx="4672693" cy="1688906"/>
          </a:xfrm>
          <a:prstGeom prst="rect">
            <a:avLst/>
          </a:prstGeom>
        </p:spPr>
        <p:txBody>
          <a:bodyPr>
            <a:noAutofit/>
          </a:bodyPr>
          <a:lstStyle>
            <a:lvl1pPr marL="0" indent="0">
              <a:lnSpc>
                <a:spcPct val="100000"/>
              </a:lnSpc>
              <a:buNone/>
              <a:defRPr sz="1500" b="0">
                <a:solidFill>
                  <a:schemeClr val="accent4"/>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4" name="Freeform: Shape 5">
            <a:extLst>
              <a:ext uri="{FF2B5EF4-FFF2-40B4-BE49-F238E27FC236}">
                <a16:creationId xmlns:a16="http://schemas.microsoft.com/office/drawing/2014/main" id="{0CA4AA19-0D07-46AB-AC12-64054BBBB499}"/>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Freeform: Shape 6">
            <a:extLst>
              <a:ext uri="{FF2B5EF4-FFF2-40B4-BE49-F238E27FC236}">
                <a16:creationId xmlns:a16="http://schemas.microsoft.com/office/drawing/2014/main" id="{DF781D9E-0DF5-4DDA-84E6-35DFB054158C}"/>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dirty="0"/>
          </a:p>
        </p:txBody>
      </p:sp>
      <p:sp>
        <p:nvSpPr>
          <p:cNvPr id="6" name="Freeform: Shape 7">
            <a:extLst>
              <a:ext uri="{FF2B5EF4-FFF2-40B4-BE49-F238E27FC236}">
                <a16:creationId xmlns:a16="http://schemas.microsoft.com/office/drawing/2014/main" id="{86BA1075-E23C-4BC9-8F67-B2E408F864D2}"/>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8" name="Freeform: Shape 11">
            <a:extLst>
              <a:ext uri="{FF2B5EF4-FFF2-40B4-BE49-F238E27FC236}">
                <a16:creationId xmlns:a16="http://schemas.microsoft.com/office/drawing/2014/main" id="{B2A4CA75-D17E-243B-9C56-A63C75AF6D56}"/>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20000"/>
              <a:lumOff val="8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3" name="Footer Placeholder 2">
            <a:extLst>
              <a:ext uri="{FF2B5EF4-FFF2-40B4-BE49-F238E27FC236}">
                <a16:creationId xmlns:a16="http://schemas.microsoft.com/office/drawing/2014/main" id="{7964077E-956B-EA3A-700F-A833D82341FE}"/>
              </a:ext>
            </a:extLst>
          </p:cNvPr>
          <p:cNvSpPr>
            <a:spLocks noGrp="1"/>
          </p:cNvSpPr>
          <p:nvPr>
            <p:ph type="ftr" sz="quarter" idx="30"/>
          </p:nvPr>
        </p:nvSpPr>
        <p:spPr/>
        <p:txBody>
          <a:bodyPr>
            <a:noAutofit/>
          </a:bodyPr>
          <a:lstStyle/>
          <a:p>
            <a:r>
              <a:rPr lang="en-US" noProof="0"/>
              <a:t>Presentation title</a:t>
            </a:r>
            <a:endParaRPr lang="en-US" noProof="0" dirty="0"/>
          </a:p>
        </p:txBody>
      </p:sp>
      <p:sp>
        <p:nvSpPr>
          <p:cNvPr id="10" name="Slide Number Placeholder 9">
            <a:extLst>
              <a:ext uri="{FF2B5EF4-FFF2-40B4-BE49-F238E27FC236}">
                <a16:creationId xmlns:a16="http://schemas.microsoft.com/office/drawing/2014/main" id="{8ED455D4-27F3-B6AD-2A20-7475F307E5E4}"/>
              </a:ext>
            </a:extLst>
          </p:cNvPr>
          <p:cNvSpPr>
            <a:spLocks noGrp="1"/>
          </p:cNvSpPr>
          <p:nvPr>
            <p:ph type="sldNum" sz="quarter" idx="31"/>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125641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Team Members">
    <p:spTree>
      <p:nvGrpSpPr>
        <p:cNvPr id="1" name=""/>
        <p:cNvGrpSpPr/>
        <p:nvPr/>
      </p:nvGrpSpPr>
      <p:grpSpPr>
        <a:xfrm>
          <a:off x="0" y="0"/>
          <a:ext cx="0" cy="0"/>
          <a:chOff x="0" y="0"/>
          <a:chExt cx="0" cy="0"/>
        </a:xfrm>
      </p:grpSpPr>
      <p:sp>
        <p:nvSpPr>
          <p:cNvPr id="16" name="Title Placeholder 4">
            <a:extLst>
              <a:ext uri="{FF2B5EF4-FFF2-40B4-BE49-F238E27FC236}">
                <a16:creationId xmlns:a16="http://schemas.microsoft.com/office/drawing/2014/main" id="{DCA6F28B-ACF1-D3CB-8968-4F64BEA02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60" name="Content placeholder 47">
            <a:extLst>
              <a:ext uri="{FF2B5EF4-FFF2-40B4-BE49-F238E27FC236}">
                <a16:creationId xmlns:a16="http://schemas.microsoft.com/office/drawing/2014/main" id="{E2F72F6F-0172-47B0-8D9E-0EED383332E2}"/>
              </a:ext>
            </a:extLst>
          </p:cNvPr>
          <p:cNvSpPr>
            <a:spLocks noGrp="1"/>
          </p:cNvSpPr>
          <p:nvPr>
            <p:ph type="pic" sz="quarter" idx="48"/>
          </p:nvPr>
        </p:nvSpPr>
        <p:spPr>
          <a:xfrm>
            <a:off x="1114798"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52" name="Content placeholder 47" descr="Click icon to add picture">
            <a:extLst>
              <a:ext uri="{FF2B5EF4-FFF2-40B4-BE49-F238E27FC236}">
                <a16:creationId xmlns:a16="http://schemas.microsoft.com/office/drawing/2014/main" id="{2369DDD8-CFC2-4980-A0DB-411AA173B475}"/>
              </a:ext>
            </a:extLst>
          </p:cNvPr>
          <p:cNvSpPr>
            <a:spLocks noGrp="1"/>
          </p:cNvSpPr>
          <p:nvPr>
            <p:ph type="body" sz="quarter" idx="27" hasCustomPrompt="1"/>
          </p:nvPr>
        </p:nvSpPr>
        <p:spPr>
          <a:xfrm>
            <a:off x="1214003"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3" name="Content placeholder 47">
            <a:extLst>
              <a:ext uri="{FF2B5EF4-FFF2-40B4-BE49-F238E27FC236}">
                <a16:creationId xmlns:a16="http://schemas.microsoft.com/office/drawing/2014/main" id="{B66AC261-5929-40D2-A646-8F16675DE383}"/>
              </a:ext>
            </a:extLst>
          </p:cNvPr>
          <p:cNvSpPr>
            <a:spLocks noGrp="1"/>
          </p:cNvSpPr>
          <p:nvPr>
            <p:ph type="body" sz="quarter" idx="28" hasCustomPrompt="1"/>
          </p:nvPr>
        </p:nvSpPr>
        <p:spPr>
          <a:xfrm>
            <a:off x="1214003"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1" name="Content placeholder 47">
            <a:extLst>
              <a:ext uri="{FF2B5EF4-FFF2-40B4-BE49-F238E27FC236}">
                <a16:creationId xmlns:a16="http://schemas.microsoft.com/office/drawing/2014/main" id="{B33A9FB2-1610-4389-B352-D99255F77BEC}"/>
              </a:ext>
            </a:extLst>
          </p:cNvPr>
          <p:cNvSpPr>
            <a:spLocks noGrp="1"/>
          </p:cNvSpPr>
          <p:nvPr>
            <p:ph type="pic" sz="quarter" idx="49"/>
          </p:nvPr>
        </p:nvSpPr>
        <p:spPr>
          <a:xfrm>
            <a:off x="3623536" y="1840730"/>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DEE851A8-3FB7-B319-A053-BE08A45763C5}"/>
              </a:ext>
            </a:extLst>
          </p:cNvPr>
          <p:cNvSpPr>
            <a:spLocks noGrp="1"/>
          </p:cNvSpPr>
          <p:nvPr>
            <p:ph type="body" sz="quarter" idx="54" hasCustomPrompt="1"/>
          </p:nvPr>
        </p:nvSpPr>
        <p:spPr>
          <a:xfrm>
            <a:off x="37204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Content placeholder 47">
            <a:extLst>
              <a:ext uri="{FF2B5EF4-FFF2-40B4-BE49-F238E27FC236}">
                <a16:creationId xmlns:a16="http://schemas.microsoft.com/office/drawing/2014/main" id="{5743B59B-3EAA-B249-07CE-9C9C5B0B6AB1}"/>
              </a:ext>
            </a:extLst>
          </p:cNvPr>
          <p:cNvSpPr>
            <a:spLocks noGrp="1"/>
          </p:cNvSpPr>
          <p:nvPr>
            <p:ph type="body" sz="quarter" idx="55" hasCustomPrompt="1"/>
          </p:nvPr>
        </p:nvSpPr>
        <p:spPr>
          <a:xfrm>
            <a:off x="37204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2" name="Content placeholder 47">
            <a:extLst>
              <a:ext uri="{FF2B5EF4-FFF2-40B4-BE49-F238E27FC236}">
                <a16:creationId xmlns:a16="http://schemas.microsoft.com/office/drawing/2014/main" id="{0AC60B87-71AC-4AA8-9AE7-B3B427BACB12}"/>
              </a:ext>
            </a:extLst>
          </p:cNvPr>
          <p:cNvSpPr>
            <a:spLocks noGrp="1"/>
          </p:cNvSpPr>
          <p:nvPr>
            <p:ph type="pic" sz="quarter" idx="50"/>
          </p:nvPr>
        </p:nvSpPr>
        <p:spPr>
          <a:xfrm>
            <a:off x="6113401" y="2560353"/>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19" name="Content placeholder 47" descr="Click icon to add picture">
            <a:extLst>
              <a:ext uri="{FF2B5EF4-FFF2-40B4-BE49-F238E27FC236}">
                <a16:creationId xmlns:a16="http://schemas.microsoft.com/office/drawing/2014/main" id="{110FBA5D-2CEB-4D44-16CA-0F24099B1401}"/>
              </a:ext>
            </a:extLst>
          </p:cNvPr>
          <p:cNvSpPr>
            <a:spLocks noGrp="1"/>
          </p:cNvSpPr>
          <p:nvPr>
            <p:ph type="body" sz="quarter" idx="52" hasCustomPrompt="1"/>
          </p:nvPr>
        </p:nvSpPr>
        <p:spPr>
          <a:xfrm>
            <a:off x="6218710" y="4764289"/>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2108E774-D145-FA07-58F1-7DB37A30A596}"/>
              </a:ext>
            </a:extLst>
          </p:cNvPr>
          <p:cNvSpPr>
            <a:spLocks noGrp="1"/>
          </p:cNvSpPr>
          <p:nvPr>
            <p:ph type="body" sz="quarter" idx="53" hasCustomPrompt="1"/>
          </p:nvPr>
        </p:nvSpPr>
        <p:spPr>
          <a:xfrm>
            <a:off x="6218710" y="5295180"/>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3" name="Content placeholder 47">
            <a:extLst>
              <a:ext uri="{FF2B5EF4-FFF2-40B4-BE49-F238E27FC236}">
                <a16:creationId xmlns:a16="http://schemas.microsoft.com/office/drawing/2014/main" id="{05B25D7D-82BA-4FF5-9C92-4AD181847515}"/>
              </a:ext>
            </a:extLst>
          </p:cNvPr>
          <p:cNvSpPr>
            <a:spLocks noGrp="1"/>
          </p:cNvSpPr>
          <p:nvPr>
            <p:ph type="pic" sz="quarter" idx="51"/>
          </p:nvPr>
        </p:nvSpPr>
        <p:spPr>
          <a:xfrm>
            <a:off x="8500328" y="1836331"/>
            <a:ext cx="2368061" cy="2102177"/>
          </a:xfrm>
          <a:prstGeom prst="hexagon">
            <a:avLst>
              <a:gd name="adj" fmla="val 28349"/>
              <a:gd name="vf" fmla="val 115470"/>
            </a:avLst>
          </a:prstGeom>
          <a:ln>
            <a:noFill/>
          </a:ln>
        </p:spPr>
        <p:txBody>
          <a:bodyPr anchor="ct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5" name="Content placeholder 47" descr="Click icon to add picture">
            <a:extLst>
              <a:ext uri="{FF2B5EF4-FFF2-40B4-BE49-F238E27FC236}">
                <a16:creationId xmlns:a16="http://schemas.microsoft.com/office/drawing/2014/main" id="{A9C2624B-E6E6-C673-E8FF-F4BF909C3AC2}"/>
              </a:ext>
            </a:extLst>
          </p:cNvPr>
          <p:cNvSpPr>
            <a:spLocks noGrp="1"/>
          </p:cNvSpPr>
          <p:nvPr>
            <p:ph type="body" sz="quarter" idx="56" hasCustomPrompt="1"/>
          </p:nvPr>
        </p:nvSpPr>
        <p:spPr>
          <a:xfrm>
            <a:off x="8635340" y="4045832"/>
            <a:ext cx="2098039" cy="506399"/>
          </a:xfrm>
          <a:prstGeom prst="rect">
            <a:avLst/>
          </a:prstGeom>
        </p:spPr>
        <p:txBody>
          <a:bodyPr anchor="b">
            <a:noAutofit/>
          </a:bodyPr>
          <a:lstStyle>
            <a:lvl1pPr marL="0" indent="0" algn="ctr">
              <a:lnSpc>
                <a:spcPct val="100000"/>
              </a:lnSpc>
              <a:buNone/>
              <a:defRPr sz="1800" b="1" i="0">
                <a:solidFill>
                  <a:schemeClr val="accent6"/>
                </a:solidFill>
                <a:latin typeface="+mn-lt"/>
                <a:ea typeface="+mj-ea"/>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a:extLst>
              <a:ext uri="{FF2B5EF4-FFF2-40B4-BE49-F238E27FC236}">
                <a16:creationId xmlns:a16="http://schemas.microsoft.com/office/drawing/2014/main" id="{A003837A-CCD7-3699-D86F-CB884CA4C675}"/>
              </a:ext>
            </a:extLst>
          </p:cNvPr>
          <p:cNvSpPr>
            <a:spLocks noGrp="1"/>
          </p:cNvSpPr>
          <p:nvPr>
            <p:ph type="body" sz="quarter" idx="57" hasCustomPrompt="1"/>
          </p:nvPr>
        </p:nvSpPr>
        <p:spPr>
          <a:xfrm>
            <a:off x="8635340" y="4576723"/>
            <a:ext cx="2098038" cy="506399"/>
          </a:xfrm>
          <a:prstGeom prst="rect">
            <a:avLst/>
          </a:prstGeom>
        </p:spPr>
        <p:txBody>
          <a:bodyPr>
            <a:noAutofit/>
          </a:bodyPr>
          <a:lstStyle>
            <a:lvl1pPr marL="0" indent="0" algn="ctr">
              <a:lnSpc>
                <a:spcPct val="100000"/>
              </a:lnSpc>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 name="Footer Placeholder 1">
            <a:extLst>
              <a:ext uri="{FF2B5EF4-FFF2-40B4-BE49-F238E27FC236}">
                <a16:creationId xmlns:a16="http://schemas.microsoft.com/office/drawing/2014/main" id="{89028585-56FF-7B3D-783D-D06964F7C099}"/>
              </a:ext>
            </a:extLst>
          </p:cNvPr>
          <p:cNvSpPr>
            <a:spLocks noGrp="1"/>
          </p:cNvSpPr>
          <p:nvPr>
            <p:ph type="ftr" sz="quarter" idx="58"/>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D090978-DDC9-0FA2-2CFD-733C8B854F3C}"/>
              </a:ext>
            </a:extLst>
          </p:cNvPr>
          <p:cNvSpPr>
            <a:spLocks noGrp="1"/>
          </p:cNvSpPr>
          <p:nvPr>
            <p:ph type="sldNum" sz="quarter" idx="59"/>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26368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 Team Member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B92FA2A-46BA-2A19-C3CE-EC6985867B92}"/>
              </a:ext>
            </a:extLst>
          </p:cNvPr>
          <p:cNvSpPr>
            <a:spLocks noGrp="1"/>
          </p:cNvSpPr>
          <p:nvPr>
            <p:ph type="title"/>
          </p:nvPr>
        </p:nvSpPr>
        <p:spPr>
          <a:xfrm>
            <a:off x="509574" y="2367293"/>
            <a:ext cx="3909993" cy="3629708"/>
          </a:xfrm>
        </p:spPr>
        <p:txBody>
          <a:bodyPr anchor="t">
            <a:noAutofit/>
          </a:bodyPr>
          <a:lstStyle>
            <a:lvl1pPr>
              <a:defRPr>
                <a:solidFill>
                  <a:schemeClr val="accent6"/>
                </a:solidFill>
              </a:defRPr>
            </a:lvl1pPr>
          </a:lstStyle>
          <a:p>
            <a:r>
              <a:rPr lang="en-US"/>
              <a:t>Click to edit Master title style</a:t>
            </a:r>
            <a:endParaRPr lang="en-US" dirty="0"/>
          </a:p>
        </p:txBody>
      </p:sp>
      <p:sp>
        <p:nvSpPr>
          <p:cNvPr id="38" name="Content placeholder 47">
            <a:extLst>
              <a:ext uri="{FF2B5EF4-FFF2-40B4-BE49-F238E27FC236}">
                <a16:creationId xmlns:a16="http://schemas.microsoft.com/office/drawing/2014/main" id="{BF9EDF7D-3BB1-43C0-92BB-091CCC520477}"/>
              </a:ext>
            </a:extLst>
          </p:cNvPr>
          <p:cNvSpPr>
            <a:spLocks noGrp="1"/>
          </p:cNvSpPr>
          <p:nvPr>
            <p:ph type="pic" sz="quarter" idx="48"/>
          </p:nvPr>
        </p:nvSpPr>
        <p:spPr>
          <a:xfrm>
            <a:off x="426979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39" name="Content placeholder 47" descr="Click icon to add picture">
            <a:extLst>
              <a:ext uri="{FF2B5EF4-FFF2-40B4-BE49-F238E27FC236}">
                <a16:creationId xmlns:a16="http://schemas.microsoft.com/office/drawing/2014/main" id="{15896C2C-7C25-4BC0-AF9B-DF590A2909AA}"/>
              </a:ext>
            </a:extLst>
          </p:cNvPr>
          <p:cNvSpPr>
            <a:spLocks noGrp="1"/>
          </p:cNvSpPr>
          <p:nvPr>
            <p:ph type="body" sz="quarter" idx="27" hasCustomPrompt="1"/>
          </p:nvPr>
        </p:nvSpPr>
        <p:spPr>
          <a:xfrm>
            <a:off x="5520210" y="522515"/>
            <a:ext cx="2289842" cy="626551"/>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CAC554EF-FF8F-4055-A716-E82F461413B7}"/>
              </a:ext>
            </a:extLst>
          </p:cNvPr>
          <p:cNvSpPr>
            <a:spLocks noGrp="1"/>
          </p:cNvSpPr>
          <p:nvPr>
            <p:ph type="body" sz="quarter" idx="28" hasCustomPrompt="1"/>
          </p:nvPr>
        </p:nvSpPr>
        <p:spPr>
          <a:xfrm>
            <a:off x="5520211" y="1165881"/>
            <a:ext cx="2289842" cy="506399"/>
          </a:xfrm>
          <a:prstGeom prst="rect">
            <a:avLst/>
          </a:prstGeom>
        </p:spPr>
        <p:txBody>
          <a:bodyPr>
            <a:noAutofit/>
          </a:bodyPr>
          <a:lstStyle>
            <a:lvl1pPr marL="0" indent="0" algn="l">
              <a:lnSpc>
                <a:spcPct val="90000"/>
              </a:lnSpc>
              <a:spcBef>
                <a:spcPts val="0"/>
              </a:spcBef>
              <a:buNone/>
              <a:defRPr sz="1400" b="0"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56" name="Content placeholder 47">
            <a:extLst>
              <a:ext uri="{FF2B5EF4-FFF2-40B4-BE49-F238E27FC236}">
                <a16:creationId xmlns:a16="http://schemas.microsoft.com/office/drawing/2014/main" id="{4F0742C0-A9F2-4886-B17E-6915399483C3}"/>
              </a:ext>
            </a:extLst>
          </p:cNvPr>
          <p:cNvSpPr>
            <a:spLocks noGrp="1"/>
          </p:cNvSpPr>
          <p:nvPr>
            <p:ph type="pic" sz="quarter" idx="72"/>
          </p:nvPr>
        </p:nvSpPr>
        <p:spPr>
          <a:xfrm>
            <a:off x="8059916" y="436455"/>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1" name="Content placeholder 47" descr="Click icon to add picture">
            <a:extLst>
              <a:ext uri="{FF2B5EF4-FFF2-40B4-BE49-F238E27FC236}">
                <a16:creationId xmlns:a16="http://schemas.microsoft.com/office/drawing/2014/main" id="{CE3DC674-39AB-43B9-AC30-97A68D221596}"/>
              </a:ext>
            </a:extLst>
          </p:cNvPr>
          <p:cNvSpPr>
            <a:spLocks noGrp="1"/>
          </p:cNvSpPr>
          <p:nvPr>
            <p:ph type="body" sz="quarter" idx="55" hasCustomPrompt="1"/>
          </p:nvPr>
        </p:nvSpPr>
        <p:spPr>
          <a:xfrm>
            <a:off x="9309889" y="642667"/>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2" name="Content placeholder 47">
            <a:extLst>
              <a:ext uri="{FF2B5EF4-FFF2-40B4-BE49-F238E27FC236}">
                <a16:creationId xmlns:a16="http://schemas.microsoft.com/office/drawing/2014/main" id="{F12189CA-0E22-41A5-91FD-03761860993D}"/>
              </a:ext>
            </a:extLst>
          </p:cNvPr>
          <p:cNvSpPr>
            <a:spLocks noGrp="1"/>
          </p:cNvSpPr>
          <p:nvPr>
            <p:ph type="body" sz="quarter" idx="56" hasCustomPrompt="1"/>
          </p:nvPr>
        </p:nvSpPr>
        <p:spPr>
          <a:xfrm>
            <a:off x="9309891" y="1165881"/>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8" name="Content placeholder 47">
            <a:extLst>
              <a:ext uri="{FF2B5EF4-FFF2-40B4-BE49-F238E27FC236}">
                <a16:creationId xmlns:a16="http://schemas.microsoft.com/office/drawing/2014/main" id="{A962C62E-F92F-445A-9243-8B433747A548}"/>
              </a:ext>
            </a:extLst>
          </p:cNvPr>
          <p:cNvSpPr>
            <a:spLocks noGrp="1"/>
          </p:cNvSpPr>
          <p:nvPr>
            <p:ph type="pic" sz="quarter" idx="69"/>
          </p:nvPr>
        </p:nvSpPr>
        <p:spPr>
          <a:xfrm>
            <a:off x="426979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descr="Click icon to add picture">
            <a:extLst>
              <a:ext uri="{FF2B5EF4-FFF2-40B4-BE49-F238E27FC236}">
                <a16:creationId xmlns:a16="http://schemas.microsoft.com/office/drawing/2014/main" id="{DE6F9463-BB2D-43FC-BE8F-21D3F9A2539C}"/>
              </a:ext>
            </a:extLst>
          </p:cNvPr>
          <p:cNvSpPr>
            <a:spLocks noGrp="1"/>
          </p:cNvSpPr>
          <p:nvPr>
            <p:ph type="body" sz="quarter" idx="57" hasCustomPrompt="1"/>
          </p:nvPr>
        </p:nvSpPr>
        <p:spPr>
          <a:xfrm>
            <a:off x="5520210" y="2105171"/>
            <a:ext cx="2193021" cy="617418"/>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4" name="Content placeholder 47">
            <a:extLst>
              <a:ext uri="{FF2B5EF4-FFF2-40B4-BE49-F238E27FC236}">
                <a16:creationId xmlns:a16="http://schemas.microsoft.com/office/drawing/2014/main" id="{7DF27694-08A2-4530-B763-5A9B9D4DC6E0}"/>
              </a:ext>
            </a:extLst>
          </p:cNvPr>
          <p:cNvSpPr>
            <a:spLocks noGrp="1"/>
          </p:cNvSpPr>
          <p:nvPr>
            <p:ph type="body" sz="quarter" idx="58" hasCustomPrompt="1"/>
          </p:nvPr>
        </p:nvSpPr>
        <p:spPr>
          <a:xfrm>
            <a:off x="5520212" y="2739721"/>
            <a:ext cx="2193021" cy="506399"/>
          </a:xfrm>
          <a:prstGeom prst="rect">
            <a:avLst/>
          </a:prstGeom>
        </p:spPr>
        <p:txBody>
          <a:bodyPr>
            <a:noAutofit/>
          </a:bodyPr>
          <a:lstStyle>
            <a:lvl1pPr marL="0" indent="0" algn="l">
              <a:lnSpc>
                <a:spcPct val="100000"/>
              </a:lnSpc>
              <a:spcBef>
                <a:spcPts val="0"/>
              </a:spcBef>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1" name="Content placeholder 47">
            <a:extLst>
              <a:ext uri="{FF2B5EF4-FFF2-40B4-BE49-F238E27FC236}">
                <a16:creationId xmlns:a16="http://schemas.microsoft.com/office/drawing/2014/main" id="{2EA753B3-D0BB-4484-85D1-E28345D99F4C}"/>
              </a:ext>
            </a:extLst>
          </p:cNvPr>
          <p:cNvSpPr>
            <a:spLocks noGrp="1"/>
          </p:cNvSpPr>
          <p:nvPr>
            <p:ph type="pic" sz="quarter" idx="73"/>
          </p:nvPr>
        </p:nvSpPr>
        <p:spPr>
          <a:xfrm>
            <a:off x="8059916" y="2004222"/>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dirty="0"/>
          </a:p>
        </p:txBody>
      </p:sp>
      <p:sp>
        <p:nvSpPr>
          <p:cNvPr id="45" name="Content placeholder 47" descr="Click icon to add picture">
            <a:extLst>
              <a:ext uri="{FF2B5EF4-FFF2-40B4-BE49-F238E27FC236}">
                <a16:creationId xmlns:a16="http://schemas.microsoft.com/office/drawing/2014/main" id="{20398AA4-3D68-487D-BE7C-9F1D45E3F5FF}"/>
              </a:ext>
            </a:extLst>
          </p:cNvPr>
          <p:cNvSpPr>
            <a:spLocks noGrp="1"/>
          </p:cNvSpPr>
          <p:nvPr>
            <p:ph type="body" sz="quarter" idx="59" hasCustomPrompt="1"/>
          </p:nvPr>
        </p:nvSpPr>
        <p:spPr>
          <a:xfrm>
            <a:off x="9309890" y="2032203"/>
            <a:ext cx="2098039" cy="701144"/>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6" name="Content placeholder 47">
            <a:extLst>
              <a:ext uri="{FF2B5EF4-FFF2-40B4-BE49-F238E27FC236}">
                <a16:creationId xmlns:a16="http://schemas.microsoft.com/office/drawing/2014/main" id="{6B623D7A-5E96-42AB-9B1F-14E445503187}"/>
              </a:ext>
            </a:extLst>
          </p:cNvPr>
          <p:cNvSpPr>
            <a:spLocks noGrp="1"/>
          </p:cNvSpPr>
          <p:nvPr>
            <p:ph type="body" sz="quarter" idx="60" hasCustomPrompt="1"/>
          </p:nvPr>
        </p:nvSpPr>
        <p:spPr>
          <a:xfrm>
            <a:off x="9309890" y="274640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49" name="Content placeholder 47">
            <a:extLst>
              <a:ext uri="{FF2B5EF4-FFF2-40B4-BE49-F238E27FC236}">
                <a16:creationId xmlns:a16="http://schemas.microsoft.com/office/drawing/2014/main" id="{EAA5B0EA-1F3B-4D8B-9BB9-F9037A393705}"/>
              </a:ext>
            </a:extLst>
          </p:cNvPr>
          <p:cNvSpPr>
            <a:spLocks noGrp="1"/>
          </p:cNvSpPr>
          <p:nvPr>
            <p:ph type="pic" sz="quarter" idx="70"/>
          </p:nvPr>
        </p:nvSpPr>
        <p:spPr>
          <a:xfrm>
            <a:off x="426979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7" name="Content placeholder 47" descr="Click icon to add picture">
            <a:extLst>
              <a:ext uri="{FF2B5EF4-FFF2-40B4-BE49-F238E27FC236}">
                <a16:creationId xmlns:a16="http://schemas.microsoft.com/office/drawing/2014/main" id="{2C93687D-1E42-4B01-9F16-9FA098CE1153}"/>
              </a:ext>
            </a:extLst>
          </p:cNvPr>
          <p:cNvSpPr>
            <a:spLocks noGrp="1"/>
          </p:cNvSpPr>
          <p:nvPr>
            <p:ph type="body" sz="quarter" idx="61" hasCustomPrompt="1"/>
          </p:nvPr>
        </p:nvSpPr>
        <p:spPr>
          <a:xfrm>
            <a:off x="5520210"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0" name="Content placeholder 47">
            <a:extLst>
              <a:ext uri="{FF2B5EF4-FFF2-40B4-BE49-F238E27FC236}">
                <a16:creationId xmlns:a16="http://schemas.microsoft.com/office/drawing/2014/main" id="{7AB91474-458B-45F7-9773-FA375C2CF7FD}"/>
              </a:ext>
            </a:extLst>
          </p:cNvPr>
          <p:cNvSpPr>
            <a:spLocks noGrp="1"/>
          </p:cNvSpPr>
          <p:nvPr>
            <p:ph type="body" sz="quarter" idx="62" hasCustomPrompt="1"/>
          </p:nvPr>
        </p:nvSpPr>
        <p:spPr>
          <a:xfrm>
            <a:off x="552021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2" name="Content placeholder 47">
            <a:extLst>
              <a:ext uri="{FF2B5EF4-FFF2-40B4-BE49-F238E27FC236}">
                <a16:creationId xmlns:a16="http://schemas.microsoft.com/office/drawing/2014/main" id="{52E587E7-A09A-4FB2-8774-8073E737F106}"/>
              </a:ext>
            </a:extLst>
          </p:cNvPr>
          <p:cNvSpPr>
            <a:spLocks noGrp="1"/>
          </p:cNvSpPr>
          <p:nvPr>
            <p:ph type="pic" sz="quarter" idx="74"/>
          </p:nvPr>
        </p:nvSpPr>
        <p:spPr>
          <a:xfrm>
            <a:off x="8059916" y="3571991"/>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1" name="Content placeholder 47" descr="Click icon to add picture">
            <a:extLst>
              <a:ext uri="{FF2B5EF4-FFF2-40B4-BE49-F238E27FC236}">
                <a16:creationId xmlns:a16="http://schemas.microsoft.com/office/drawing/2014/main" id="{FBF01DC7-D684-4484-B2AA-B50F7B1A00DA}"/>
              </a:ext>
            </a:extLst>
          </p:cNvPr>
          <p:cNvSpPr>
            <a:spLocks noGrp="1"/>
          </p:cNvSpPr>
          <p:nvPr>
            <p:ph type="body" sz="quarter" idx="63" hasCustomPrompt="1"/>
          </p:nvPr>
        </p:nvSpPr>
        <p:spPr>
          <a:xfrm>
            <a:off x="9309889" y="3775516"/>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2" name="Content placeholder 47">
            <a:extLst>
              <a:ext uri="{FF2B5EF4-FFF2-40B4-BE49-F238E27FC236}">
                <a16:creationId xmlns:a16="http://schemas.microsoft.com/office/drawing/2014/main" id="{6046C90F-8A25-4E70-9BC9-4496C6B94EBC}"/>
              </a:ext>
            </a:extLst>
          </p:cNvPr>
          <p:cNvSpPr>
            <a:spLocks noGrp="1"/>
          </p:cNvSpPr>
          <p:nvPr>
            <p:ph type="body" sz="quarter" idx="64" hasCustomPrompt="1"/>
          </p:nvPr>
        </p:nvSpPr>
        <p:spPr>
          <a:xfrm>
            <a:off x="9309891" y="4312077"/>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5" name="Content placeholder 47">
            <a:extLst>
              <a:ext uri="{FF2B5EF4-FFF2-40B4-BE49-F238E27FC236}">
                <a16:creationId xmlns:a16="http://schemas.microsoft.com/office/drawing/2014/main" id="{D05B9A22-6B21-40BB-BBC1-9586C432A97B}"/>
              </a:ext>
            </a:extLst>
          </p:cNvPr>
          <p:cNvSpPr>
            <a:spLocks noGrp="1"/>
          </p:cNvSpPr>
          <p:nvPr>
            <p:ph type="pic" sz="quarter" idx="71"/>
          </p:nvPr>
        </p:nvSpPr>
        <p:spPr>
          <a:xfrm>
            <a:off x="426979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3" name="Content placeholder 47" descr="Click icon to add picture">
            <a:extLst>
              <a:ext uri="{FF2B5EF4-FFF2-40B4-BE49-F238E27FC236}">
                <a16:creationId xmlns:a16="http://schemas.microsoft.com/office/drawing/2014/main" id="{F5E2B418-8D0E-4995-A3ED-4348C6F4A1AF}"/>
              </a:ext>
            </a:extLst>
          </p:cNvPr>
          <p:cNvSpPr>
            <a:spLocks noGrp="1"/>
          </p:cNvSpPr>
          <p:nvPr>
            <p:ph type="body" sz="quarter" idx="65" hasCustomPrompt="1"/>
          </p:nvPr>
        </p:nvSpPr>
        <p:spPr>
          <a:xfrm>
            <a:off x="5520210"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58" name="Content placeholder 47">
            <a:extLst>
              <a:ext uri="{FF2B5EF4-FFF2-40B4-BE49-F238E27FC236}">
                <a16:creationId xmlns:a16="http://schemas.microsoft.com/office/drawing/2014/main" id="{90A2A6E4-4D11-4F28-9D68-BC28580EBC05}"/>
              </a:ext>
            </a:extLst>
          </p:cNvPr>
          <p:cNvSpPr>
            <a:spLocks noGrp="1"/>
          </p:cNvSpPr>
          <p:nvPr>
            <p:ph type="body" sz="quarter" idx="66" hasCustomPrompt="1"/>
          </p:nvPr>
        </p:nvSpPr>
        <p:spPr>
          <a:xfrm>
            <a:off x="552021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63" name="Content placeholder 47">
            <a:extLst>
              <a:ext uri="{FF2B5EF4-FFF2-40B4-BE49-F238E27FC236}">
                <a16:creationId xmlns:a16="http://schemas.microsoft.com/office/drawing/2014/main" id="{A74DEBE4-2F74-4EB7-9501-8D37A3151B2A}"/>
              </a:ext>
            </a:extLst>
          </p:cNvPr>
          <p:cNvSpPr>
            <a:spLocks noGrp="1"/>
          </p:cNvSpPr>
          <p:nvPr>
            <p:ph type="pic" sz="quarter" idx="75"/>
          </p:nvPr>
        </p:nvSpPr>
        <p:spPr>
          <a:xfrm>
            <a:off x="8059916" y="5153614"/>
            <a:ext cx="1173264" cy="1357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59" name="Content placeholder 47" descr="Click icon to add picture">
            <a:extLst>
              <a:ext uri="{FF2B5EF4-FFF2-40B4-BE49-F238E27FC236}">
                <a16:creationId xmlns:a16="http://schemas.microsoft.com/office/drawing/2014/main" id="{070D69EE-1032-4604-B201-FD13AE846E9E}"/>
              </a:ext>
            </a:extLst>
          </p:cNvPr>
          <p:cNvSpPr>
            <a:spLocks noGrp="1"/>
          </p:cNvSpPr>
          <p:nvPr>
            <p:ph type="body" sz="quarter" idx="67" hasCustomPrompt="1"/>
          </p:nvPr>
        </p:nvSpPr>
        <p:spPr>
          <a:xfrm>
            <a:off x="9313612" y="5369449"/>
            <a:ext cx="2098039" cy="506399"/>
          </a:xfrm>
          <a:prstGeom prst="rect">
            <a:avLst/>
          </a:prstGeom>
        </p:spPr>
        <p:txBody>
          <a:bodyPr anchor="b">
            <a:noAutofit/>
          </a:bodyPr>
          <a:lstStyle>
            <a:lvl1pPr marL="0" indent="0" algn="l">
              <a:lnSpc>
                <a:spcPct val="100000"/>
              </a:lnSpc>
              <a:buNone/>
              <a:defRPr sz="1800" b="1" i="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60" name="Content placeholder 47">
            <a:extLst>
              <a:ext uri="{FF2B5EF4-FFF2-40B4-BE49-F238E27FC236}">
                <a16:creationId xmlns:a16="http://schemas.microsoft.com/office/drawing/2014/main" id="{B65187B8-CD7A-46B0-A851-E2456586E758}"/>
              </a:ext>
            </a:extLst>
          </p:cNvPr>
          <p:cNvSpPr>
            <a:spLocks noGrp="1"/>
          </p:cNvSpPr>
          <p:nvPr>
            <p:ph type="body" sz="quarter" idx="68" hasCustomPrompt="1"/>
          </p:nvPr>
        </p:nvSpPr>
        <p:spPr>
          <a:xfrm>
            <a:off x="9309891" y="5901594"/>
            <a:ext cx="2098038" cy="506399"/>
          </a:xfrm>
          <a:prstGeom prst="rect">
            <a:avLst/>
          </a:prstGeom>
        </p:spPr>
        <p:txBody>
          <a:bodyPr>
            <a:noAutofit/>
          </a:bodyPr>
          <a:lstStyle>
            <a:lvl1pPr marL="0" indent="0" algn="l">
              <a:lnSpc>
                <a:spcPct val="100000"/>
              </a:lnSpc>
              <a:buNone/>
              <a:defRPr lang="en-US" altLang="zh-CN" sz="1400" b="0" i="0" kern="1200" dirty="0">
                <a:solidFill>
                  <a:schemeClr val="accent6"/>
                </a:solidFill>
                <a:latin typeface="+mn-lt"/>
                <a:ea typeface="+mn-ea"/>
                <a:cs typeface="Posterama" panose="020B0504020200020000" pitchFamily="34" charset="0"/>
              </a:defRPr>
            </a:lvl1pPr>
            <a:lvl2pPr>
              <a:defRPr sz="1000"/>
            </a:lvl2pPr>
            <a:lvl3pPr>
              <a:defRPr sz="900"/>
            </a:lvl3pPr>
            <a:lvl4pPr>
              <a:defRPr sz="800"/>
            </a:lvl4pPr>
            <a:lvl5pPr>
              <a:defRPr sz="800"/>
            </a:lvl5pPr>
          </a:lstStyle>
          <a:p>
            <a:pPr marL="0" lvl="0" indent="0" algn="l" defTabSz="914400" rtl="0" eaLnBrk="1" latinLnBrk="0" hangingPunct="1">
              <a:lnSpc>
                <a:spcPct val="90000"/>
              </a:lnSpc>
              <a:spcBef>
                <a:spcPts val="0"/>
              </a:spcBef>
              <a:buFont typeface="Arial" panose="020B0604020202020204" pitchFamily="34" charset="0"/>
              <a:buNone/>
            </a:pPr>
            <a:r>
              <a:rPr lang="en-US" altLang="zh-CN" dirty="0"/>
              <a:t>Click to edit Master text styles </a:t>
            </a:r>
          </a:p>
        </p:txBody>
      </p:sp>
      <p:sp>
        <p:nvSpPr>
          <p:cNvPr id="5" name="Footer Placeholder 4">
            <a:extLst>
              <a:ext uri="{FF2B5EF4-FFF2-40B4-BE49-F238E27FC236}">
                <a16:creationId xmlns:a16="http://schemas.microsoft.com/office/drawing/2014/main" id="{B2964988-2386-5A15-B085-00BD5D58E53C}"/>
              </a:ext>
            </a:extLst>
          </p:cNvPr>
          <p:cNvSpPr>
            <a:spLocks noGrp="1"/>
          </p:cNvSpPr>
          <p:nvPr>
            <p:ph type="ftr" sz="quarter" idx="76"/>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062CC095-C330-BF75-42CE-50A46EAD82C5}"/>
              </a:ext>
            </a:extLst>
          </p:cNvPr>
          <p:cNvSpPr>
            <a:spLocks noGrp="1"/>
          </p:cNvSpPr>
          <p:nvPr>
            <p:ph type="sldNum" sz="quarter" idx="77"/>
          </p:nvPr>
        </p:nvSpPr>
        <p:spPr/>
        <p:txBody>
          <a:bodyPr>
            <a:noAutofit/>
          </a:bodyPr>
          <a:lstStyle>
            <a:lvl1pPr>
              <a:defRPr b="0">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7431174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Column with Icons">
    <p:spTree>
      <p:nvGrpSpPr>
        <p:cNvPr id="1" name=""/>
        <p:cNvGrpSpPr/>
        <p:nvPr/>
      </p:nvGrpSpPr>
      <p:grpSpPr>
        <a:xfrm>
          <a:off x="0" y="0"/>
          <a:ext cx="0" cy="0"/>
          <a:chOff x="0" y="0"/>
          <a:chExt cx="0" cy="0"/>
        </a:xfrm>
      </p:grpSpPr>
      <p:sp>
        <p:nvSpPr>
          <p:cNvPr id="4" name="Freeform: Shape 6">
            <a:extLst>
              <a:ext uri="{FF2B5EF4-FFF2-40B4-BE49-F238E27FC236}">
                <a16:creationId xmlns:a16="http://schemas.microsoft.com/office/drawing/2014/main" id="{A533F602-EEC9-45F6-8223-8C8F4914919D}"/>
              </a:ext>
            </a:extLst>
          </p:cNvPr>
          <p:cNvSpPr/>
          <p:nvPr userDrawn="1"/>
        </p:nvSpPr>
        <p:spPr>
          <a:xfrm>
            <a:off x="2121636" y="2070606"/>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5" name="Freeform: Shape 7">
            <a:extLst>
              <a:ext uri="{FF2B5EF4-FFF2-40B4-BE49-F238E27FC236}">
                <a16:creationId xmlns:a16="http://schemas.microsoft.com/office/drawing/2014/main" id="{08F73F8C-5CF8-4470-AE2B-8E6D7952FF3E}"/>
              </a:ext>
            </a:extLst>
          </p:cNvPr>
          <p:cNvSpPr/>
          <p:nvPr userDrawn="1"/>
        </p:nvSpPr>
        <p:spPr>
          <a:xfrm>
            <a:off x="4174867" y="207344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Freeform: Shape 8">
            <a:extLst>
              <a:ext uri="{FF2B5EF4-FFF2-40B4-BE49-F238E27FC236}">
                <a16:creationId xmlns:a16="http://schemas.microsoft.com/office/drawing/2014/main" id="{1299AD72-44AB-4D37-ABBB-9E295508DDB5}"/>
              </a:ext>
            </a:extLst>
          </p:cNvPr>
          <p:cNvSpPr/>
          <p:nvPr userDrawn="1"/>
        </p:nvSpPr>
        <p:spPr>
          <a:xfrm>
            <a:off x="6308379" y="206452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7" name="Freeform: Shape 9">
            <a:extLst>
              <a:ext uri="{FF2B5EF4-FFF2-40B4-BE49-F238E27FC236}">
                <a16:creationId xmlns:a16="http://schemas.microsoft.com/office/drawing/2014/main" id="{834981F1-A16D-4CA2-8001-0D2A65539268}"/>
              </a:ext>
            </a:extLst>
          </p:cNvPr>
          <p:cNvSpPr/>
          <p:nvPr userDrawn="1"/>
        </p:nvSpPr>
        <p:spPr>
          <a:xfrm>
            <a:off x="8407152" y="2068980"/>
            <a:ext cx="1583013" cy="184155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31" name="Content placeholder 47" descr="Click icon to add picture">
            <a:extLst>
              <a:ext uri="{FF2B5EF4-FFF2-40B4-BE49-F238E27FC236}">
                <a16:creationId xmlns:a16="http://schemas.microsoft.com/office/drawing/2014/main" id="{7AA46292-B7E4-4DB5-85D0-C4F19D66F86C}"/>
              </a:ext>
            </a:extLst>
          </p:cNvPr>
          <p:cNvSpPr>
            <a:spLocks noGrp="1"/>
          </p:cNvSpPr>
          <p:nvPr>
            <p:ph type="body" sz="quarter" idx="27" hasCustomPrompt="1"/>
          </p:nvPr>
        </p:nvSpPr>
        <p:spPr>
          <a:xfrm>
            <a:off x="821770"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2" name="Content placeholder 47">
            <a:extLst>
              <a:ext uri="{FF2B5EF4-FFF2-40B4-BE49-F238E27FC236}">
                <a16:creationId xmlns:a16="http://schemas.microsoft.com/office/drawing/2014/main" id="{382E7D57-1A1A-432F-AEA9-9730DEE1572B}"/>
              </a:ext>
            </a:extLst>
          </p:cNvPr>
          <p:cNvSpPr>
            <a:spLocks noGrp="1"/>
          </p:cNvSpPr>
          <p:nvPr>
            <p:ph type="body" sz="quarter" idx="28" hasCustomPrompt="1"/>
          </p:nvPr>
        </p:nvSpPr>
        <p:spPr>
          <a:xfrm>
            <a:off x="912627"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3" name="Content placeholder 47" descr="Click icon to add picture">
            <a:extLst>
              <a:ext uri="{FF2B5EF4-FFF2-40B4-BE49-F238E27FC236}">
                <a16:creationId xmlns:a16="http://schemas.microsoft.com/office/drawing/2014/main" id="{E51F0384-440E-45B9-91E7-78CA13DE0B98}"/>
              </a:ext>
            </a:extLst>
          </p:cNvPr>
          <p:cNvSpPr>
            <a:spLocks noGrp="1"/>
          </p:cNvSpPr>
          <p:nvPr>
            <p:ph type="body" sz="quarter" idx="49" hasCustomPrompt="1"/>
          </p:nvPr>
        </p:nvSpPr>
        <p:spPr>
          <a:xfrm>
            <a:off x="2888314"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4" name="Content placeholder 47">
            <a:extLst>
              <a:ext uri="{FF2B5EF4-FFF2-40B4-BE49-F238E27FC236}">
                <a16:creationId xmlns:a16="http://schemas.microsoft.com/office/drawing/2014/main" id="{35EAE525-3692-40E8-894E-B19171FF64F6}"/>
              </a:ext>
            </a:extLst>
          </p:cNvPr>
          <p:cNvSpPr>
            <a:spLocks noGrp="1"/>
          </p:cNvSpPr>
          <p:nvPr>
            <p:ph type="body" sz="quarter" idx="50" hasCustomPrompt="1"/>
          </p:nvPr>
        </p:nvSpPr>
        <p:spPr>
          <a:xfrm>
            <a:off x="2979171"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5" name="Content placeholder 47" descr="Click icon to add picture">
            <a:extLst>
              <a:ext uri="{FF2B5EF4-FFF2-40B4-BE49-F238E27FC236}">
                <a16:creationId xmlns:a16="http://schemas.microsoft.com/office/drawing/2014/main" id="{847DC539-F391-4470-96EB-486AB02DADBB}"/>
              </a:ext>
            </a:extLst>
          </p:cNvPr>
          <p:cNvSpPr>
            <a:spLocks noGrp="1"/>
          </p:cNvSpPr>
          <p:nvPr>
            <p:ph type="body" sz="quarter" idx="51" hasCustomPrompt="1"/>
          </p:nvPr>
        </p:nvSpPr>
        <p:spPr>
          <a:xfrm>
            <a:off x="5073898"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6" name="Content placeholder 47">
            <a:extLst>
              <a:ext uri="{FF2B5EF4-FFF2-40B4-BE49-F238E27FC236}">
                <a16:creationId xmlns:a16="http://schemas.microsoft.com/office/drawing/2014/main" id="{50988645-D146-4AFE-B87D-279279577176}"/>
              </a:ext>
            </a:extLst>
          </p:cNvPr>
          <p:cNvSpPr>
            <a:spLocks noGrp="1"/>
          </p:cNvSpPr>
          <p:nvPr>
            <p:ph type="body" sz="quarter" idx="52" hasCustomPrompt="1"/>
          </p:nvPr>
        </p:nvSpPr>
        <p:spPr>
          <a:xfrm>
            <a:off x="5164755"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7" name="Content placeholder 47" descr="Click icon to add picture">
            <a:extLst>
              <a:ext uri="{FF2B5EF4-FFF2-40B4-BE49-F238E27FC236}">
                <a16:creationId xmlns:a16="http://schemas.microsoft.com/office/drawing/2014/main" id="{6712E8AC-14E0-42CC-8037-7C1D0E044B61}"/>
              </a:ext>
            </a:extLst>
          </p:cNvPr>
          <p:cNvSpPr>
            <a:spLocks noGrp="1"/>
          </p:cNvSpPr>
          <p:nvPr>
            <p:ph type="body" sz="quarter" idx="53" hasCustomPrompt="1"/>
          </p:nvPr>
        </p:nvSpPr>
        <p:spPr>
          <a:xfrm>
            <a:off x="7259482"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38" name="Content placeholder 47">
            <a:extLst>
              <a:ext uri="{FF2B5EF4-FFF2-40B4-BE49-F238E27FC236}">
                <a16:creationId xmlns:a16="http://schemas.microsoft.com/office/drawing/2014/main" id="{C68DF822-6F14-4839-BD33-6874C8136EE0}"/>
              </a:ext>
            </a:extLst>
          </p:cNvPr>
          <p:cNvSpPr>
            <a:spLocks noGrp="1"/>
          </p:cNvSpPr>
          <p:nvPr>
            <p:ph type="body" sz="quarter" idx="54" hasCustomPrompt="1"/>
          </p:nvPr>
        </p:nvSpPr>
        <p:spPr>
          <a:xfrm>
            <a:off x="7350339"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39" name="Content placeholder 47" descr="Click icon to add picture">
            <a:extLst>
              <a:ext uri="{FF2B5EF4-FFF2-40B4-BE49-F238E27FC236}">
                <a16:creationId xmlns:a16="http://schemas.microsoft.com/office/drawing/2014/main" id="{2D1F75C7-DA21-4400-B066-F38190B4F520}"/>
              </a:ext>
            </a:extLst>
          </p:cNvPr>
          <p:cNvSpPr>
            <a:spLocks noGrp="1"/>
          </p:cNvSpPr>
          <p:nvPr>
            <p:ph type="body" sz="quarter" idx="55" hasCustomPrompt="1"/>
          </p:nvPr>
        </p:nvSpPr>
        <p:spPr>
          <a:xfrm>
            <a:off x="9445066" y="4416565"/>
            <a:ext cx="1877575" cy="506399"/>
          </a:xfrm>
          <a:prstGeom prst="rect">
            <a:avLst/>
          </a:prstGeom>
        </p:spPr>
        <p:txBody>
          <a:bodyPr>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40" name="Content placeholder 47">
            <a:extLst>
              <a:ext uri="{FF2B5EF4-FFF2-40B4-BE49-F238E27FC236}">
                <a16:creationId xmlns:a16="http://schemas.microsoft.com/office/drawing/2014/main" id="{F7CF6BF0-A40D-4F18-B9DF-D9C4106065D2}"/>
              </a:ext>
            </a:extLst>
          </p:cNvPr>
          <p:cNvSpPr>
            <a:spLocks noGrp="1"/>
          </p:cNvSpPr>
          <p:nvPr>
            <p:ph type="body" sz="quarter" idx="56" hasCustomPrompt="1"/>
          </p:nvPr>
        </p:nvSpPr>
        <p:spPr>
          <a:xfrm>
            <a:off x="9535923" y="5007731"/>
            <a:ext cx="1691687" cy="811178"/>
          </a:xfrm>
          <a:prstGeom prst="rect">
            <a:avLst/>
          </a:prstGeom>
        </p:spPr>
        <p:txBody>
          <a:bodyPr>
            <a:noAutofit/>
          </a:bodyPr>
          <a:lstStyle>
            <a:lvl1pPr marL="0" indent="0" algn="ctr">
              <a:lnSpc>
                <a:spcPct val="100000"/>
              </a:lnSpc>
              <a:spcBef>
                <a:spcPts val="0"/>
              </a:spcBef>
              <a:buNone/>
              <a:defRPr lang="en-US" altLang="zh-CN" sz="1400" b="0" i="0" kern="1200" dirty="0">
                <a:solidFill>
                  <a:schemeClr val="accent6"/>
                </a:solidFill>
                <a:latin typeface="+mn-lt"/>
                <a:ea typeface="+mj-ea"/>
                <a:cs typeface="Posterama" panose="020B0504020200020000" pitchFamily="34" charset="0"/>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41" name="Content placeholder 47">
            <a:extLst>
              <a:ext uri="{FF2B5EF4-FFF2-40B4-BE49-F238E27FC236}">
                <a16:creationId xmlns:a16="http://schemas.microsoft.com/office/drawing/2014/main" id="{95C6B2A2-937E-4C7D-92E3-8A105DD43A98}"/>
              </a:ext>
            </a:extLst>
          </p:cNvPr>
          <p:cNvSpPr>
            <a:spLocks noGrp="1"/>
          </p:cNvSpPr>
          <p:nvPr>
            <p:ph type="pic" sz="quarter" idx="57"/>
          </p:nvPr>
        </p:nvSpPr>
        <p:spPr>
          <a:xfrm>
            <a:off x="983282"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2" name="Content placeholder 47">
            <a:extLst>
              <a:ext uri="{FF2B5EF4-FFF2-40B4-BE49-F238E27FC236}">
                <a16:creationId xmlns:a16="http://schemas.microsoft.com/office/drawing/2014/main" id="{A9ECEF10-95EB-4F03-B3B1-8FC0E421618E}"/>
              </a:ext>
            </a:extLst>
          </p:cNvPr>
          <p:cNvSpPr>
            <a:spLocks noGrp="1"/>
          </p:cNvSpPr>
          <p:nvPr>
            <p:ph type="pic" sz="quarter" idx="58"/>
          </p:nvPr>
        </p:nvSpPr>
        <p:spPr>
          <a:xfrm>
            <a:off x="310934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3" name="Content placeholder 47">
            <a:extLst>
              <a:ext uri="{FF2B5EF4-FFF2-40B4-BE49-F238E27FC236}">
                <a16:creationId xmlns:a16="http://schemas.microsoft.com/office/drawing/2014/main" id="{12D92FE1-9874-49B8-8FDC-F903A4843015}"/>
              </a:ext>
            </a:extLst>
          </p:cNvPr>
          <p:cNvSpPr>
            <a:spLocks noGrp="1"/>
          </p:cNvSpPr>
          <p:nvPr>
            <p:ph type="pic" sz="quarter" idx="59"/>
          </p:nvPr>
        </p:nvSpPr>
        <p:spPr>
          <a:xfrm>
            <a:off x="5235410"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4" name="Content placeholder 47">
            <a:extLst>
              <a:ext uri="{FF2B5EF4-FFF2-40B4-BE49-F238E27FC236}">
                <a16:creationId xmlns:a16="http://schemas.microsoft.com/office/drawing/2014/main" id="{12070F52-AB91-476E-9FE0-5403568A11DD}"/>
              </a:ext>
            </a:extLst>
          </p:cNvPr>
          <p:cNvSpPr>
            <a:spLocks noGrp="1"/>
          </p:cNvSpPr>
          <p:nvPr>
            <p:ph type="pic" sz="quarter" idx="60"/>
          </p:nvPr>
        </p:nvSpPr>
        <p:spPr>
          <a:xfrm>
            <a:off x="7361474"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45" name="Content placeholder 47">
            <a:extLst>
              <a:ext uri="{FF2B5EF4-FFF2-40B4-BE49-F238E27FC236}">
                <a16:creationId xmlns:a16="http://schemas.microsoft.com/office/drawing/2014/main" id="{13AE459B-26D7-43FC-BE0B-EF7B119D7D40}"/>
              </a:ext>
            </a:extLst>
          </p:cNvPr>
          <p:cNvSpPr>
            <a:spLocks noGrp="1"/>
          </p:cNvSpPr>
          <p:nvPr>
            <p:ph type="pic" sz="quarter" idx="61"/>
          </p:nvPr>
        </p:nvSpPr>
        <p:spPr>
          <a:xfrm>
            <a:off x="9487536" y="2073439"/>
            <a:ext cx="1621032" cy="1841551"/>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25" name="Title Placeholder 4">
            <a:extLst>
              <a:ext uri="{FF2B5EF4-FFF2-40B4-BE49-F238E27FC236}">
                <a16:creationId xmlns:a16="http://schemas.microsoft.com/office/drawing/2014/main" id="{C8ECEE37-7B17-4FD7-2612-FBD357E104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F7F2CD23-FF0B-8184-9F40-957043412F1C}"/>
              </a:ext>
            </a:extLst>
          </p:cNvPr>
          <p:cNvSpPr>
            <a:spLocks noGrp="1"/>
          </p:cNvSpPr>
          <p:nvPr>
            <p:ph type="ftr" sz="quarter" idx="62"/>
          </p:nvPr>
        </p:nvSpPr>
        <p:spPr/>
        <p:txBody>
          <a:bodyPr>
            <a:noAutofit/>
          </a:bodyPr>
          <a:lstStyle>
            <a:lvl1pPr>
              <a:defRPr>
                <a:solidFill>
                  <a:schemeClr val="accent6"/>
                </a:solidFill>
              </a:defRPr>
            </a:lvl1pPr>
          </a:lstStyle>
          <a:p>
            <a:r>
              <a:rPr lang="en-US"/>
              <a:t>Presentation title</a:t>
            </a:r>
            <a:endParaRPr lang="en-US" dirty="0"/>
          </a:p>
        </p:txBody>
      </p:sp>
      <p:sp>
        <p:nvSpPr>
          <p:cNvPr id="3" name="Slide Number Placeholder 2">
            <a:extLst>
              <a:ext uri="{FF2B5EF4-FFF2-40B4-BE49-F238E27FC236}">
                <a16:creationId xmlns:a16="http://schemas.microsoft.com/office/drawing/2014/main" id="{7876D293-58F2-B8E9-6576-2676F210D7CF}"/>
              </a:ext>
            </a:extLst>
          </p:cNvPr>
          <p:cNvSpPr>
            <a:spLocks noGrp="1"/>
          </p:cNvSpPr>
          <p:nvPr>
            <p:ph type="sldNum" sz="quarter" idx="63"/>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693317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olumn">
    <p:spTree>
      <p:nvGrpSpPr>
        <p:cNvPr id="1" name=""/>
        <p:cNvGrpSpPr/>
        <p:nvPr/>
      </p:nvGrpSpPr>
      <p:grpSpPr>
        <a:xfrm>
          <a:off x="0" y="0"/>
          <a:ext cx="0" cy="0"/>
          <a:chOff x="0" y="0"/>
          <a:chExt cx="0" cy="0"/>
        </a:xfrm>
      </p:grpSpPr>
      <p:sp>
        <p:nvSpPr>
          <p:cNvPr id="32" name="Content placeholder 47">
            <a:extLst>
              <a:ext uri="{FF2B5EF4-FFF2-40B4-BE49-F238E27FC236}">
                <a16:creationId xmlns:a16="http://schemas.microsoft.com/office/drawing/2014/main" id="{67FF6BA4-2B1B-4B51-9FE3-A67E3DCC3184}"/>
              </a:ext>
            </a:extLst>
          </p:cNvPr>
          <p:cNvSpPr>
            <a:spLocks noGrp="1"/>
          </p:cNvSpPr>
          <p:nvPr>
            <p:ph type="body" sz="quarter" idx="32" hasCustomPrompt="1"/>
          </p:nvPr>
        </p:nvSpPr>
        <p:spPr>
          <a:xfrm>
            <a:off x="838200"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0" name="Content placeholder 47">
            <a:extLst>
              <a:ext uri="{FF2B5EF4-FFF2-40B4-BE49-F238E27FC236}">
                <a16:creationId xmlns:a16="http://schemas.microsoft.com/office/drawing/2014/main" id="{88E2377A-ED6B-4D69-A9DC-647CB22A5204}"/>
              </a:ext>
            </a:extLst>
          </p:cNvPr>
          <p:cNvSpPr>
            <a:spLocks noGrp="1"/>
          </p:cNvSpPr>
          <p:nvPr>
            <p:ph type="body" sz="quarter" idx="50" hasCustomPrompt="1"/>
          </p:nvPr>
        </p:nvSpPr>
        <p:spPr>
          <a:xfrm>
            <a:off x="3000303" y="2929823"/>
            <a:ext cx="1867186" cy="2471878"/>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1" name="Content placeholder 47">
            <a:extLst>
              <a:ext uri="{FF2B5EF4-FFF2-40B4-BE49-F238E27FC236}">
                <a16:creationId xmlns:a16="http://schemas.microsoft.com/office/drawing/2014/main" id="{ECC27D7D-FA65-E93F-3C7E-AADBF7E0CC2C}"/>
              </a:ext>
            </a:extLst>
          </p:cNvPr>
          <p:cNvSpPr>
            <a:spLocks noGrp="1"/>
          </p:cNvSpPr>
          <p:nvPr>
            <p:ph type="body" sz="quarter" idx="51" hasCustomPrompt="1"/>
          </p:nvPr>
        </p:nvSpPr>
        <p:spPr>
          <a:xfrm>
            <a:off x="5164216"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3" name="Content placeholder 47">
            <a:extLst>
              <a:ext uri="{FF2B5EF4-FFF2-40B4-BE49-F238E27FC236}">
                <a16:creationId xmlns:a16="http://schemas.microsoft.com/office/drawing/2014/main" id="{DF5280E4-E86B-9E17-04A1-072A8148C3BD}"/>
              </a:ext>
            </a:extLst>
          </p:cNvPr>
          <p:cNvSpPr>
            <a:spLocks noGrp="1"/>
          </p:cNvSpPr>
          <p:nvPr>
            <p:ph type="body" sz="quarter" idx="52" hasCustomPrompt="1"/>
          </p:nvPr>
        </p:nvSpPr>
        <p:spPr>
          <a:xfrm>
            <a:off x="7326319"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Content placeholder 47">
            <a:extLst>
              <a:ext uri="{FF2B5EF4-FFF2-40B4-BE49-F238E27FC236}">
                <a16:creationId xmlns:a16="http://schemas.microsoft.com/office/drawing/2014/main" id="{42F4F0D3-AF64-7F92-FF1C-F5D1DC62A388}"/>
              </a:ext>
            </a:extLst>
          </p:cNvPr>
          <p:cNvSpPr>
            <a:spLocks noGrp="1"/>
          </p:cNvSpPr>
          <p:nvPr>
            <p:ph type="body" sz="quarter" idx="53" hasCustomPrompt="1"/>
          </p:nvPr>
        </p:nvSpPr>
        <p:spPr>
          <a:xfrm>
            <a:off x="9488424" y="2929823"/>
            <a:ext cx="1865376" cy="2464293"/>
          </a:xfrm>
          <a:prstGeom prst="rect">
            <a:avLst/>
          </a:prstGeom>
          <a:ln w="19050">
            <a:solidFill>
              <a:schemeClr val="accent3"/>
            </a:solidFill>
          </a:ln>
        </p:spPr>
        <p:txBody>
          <a:bodyPr tIns="219456">
            <a:noAutofit/>
          </a:bodyPr>
          <a:lstStyle>
            <a:lvl1pPr marL="0" indent="0" algn="ctr">
              <a:lnSpc>
                <a:spcPct val="100000"/>
              </a:lnSpc>
              <a:spcBef>
                <a:spcPts val="0"/>
              </a:spcBef>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Content placeholder 47">
            <a:extLst>
              <a:ext uri="{FF2B5EF4-FFF2-40B4-BE49-F238E27FC236}">
                <a16:creationId xmlns:a16="http://schemas.microsoft.com/office/drawing/2014/main" id="{43D089D6-48B5-43AB-A887-EEF910BA9161}"/>
              </a:ext>
            </a:extLst>
          </p:cNvPr>
          <p:cNvSpPr>
            <a:spLocks noGrp="1"/>
          </p:cNvSpPr>
          <p:nvPr>
            <p:ph type="body" sz="quarter" idx="27" hasCustomPrompt="1"/>
          </p:nvPr>
        </p:nvSpPr>
        <p:spPr>
          <a:xfrm>
            <a:off x="838200"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4" name="Title Placeholder 4">
            <a:extLst>
              <a:ext uri="{FF2B5EF4-FFF2-40B4-BE49-F238E27FC236}">
                <a16:creationId xmlns:a16="http://schemas.microsoft.com/office/drawing/2014/main" id="{69ABDED2-7EB3-3ABE-90D0-E6C00F806D0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lvl1pPr algn="ctr">
              <a:defRPr>
                <a:solidFill>
                  <a:schemeClr val="accent6"/>
                </a:solidFill>
              </a:defRPr>
            </a:lvl1pPr>
          </a:lstStyle>
          <a:p>
            <a:r>
              <a:rPr lang="en-US"/>
              <a:t>Click to edit Master title style</a:t>
            </a:r>
            <a:endParaRPr lang="en-US" dirty="0"/>
          </a:p>
        </p:txBody>
      </p:sp>
      <p:sp>
        <p:nvSpPr>
          <p:cNvPr id="25" name="Content placeholder 47">
            <a:extLst>
              <a:ext uri="{FF2B5EF4-FFF2-40B4-BE49-F238E27FC236}">
                <a16:creationId xmlns:a16="http://schemas.microsoft.com/office/drawing/2014/main" id="{476A31DC-7395-007C-8BA1-C38E5B289CF5}"/>
              </a:ext>
            </a:extLst>
          </p:cNvPr>
          <p:cNvSpPr>
            <a:spLocks noGrp="1"/>
          </p:cNvSpPr>
          <p:nvPr>
            <p:ph type="body" sz="quarter" idx="46" hasCustomPrompt="1"/>
          </p:nvPr>
        </p:nvSpPr>
        <p:spPr>
          <a:xfrm>
            <a:off x="3000756"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6" name="Content placeholder 47">
            <a:extLst>
              <a:ext uri="{FF2B5EF4-FFF2-40B4-BE49-F238E27FC236}">
                <a16:creationId xmlns:a16="http://schemas.microsoft.com/office/drawing/2014/main" id="{35CE0786-D87B-DD89-C418-C53C1B7E610B}"/>
              </a:ext>
            </a:extLst>
          </p:cNvPr>
          <p:cNvSpPr>
            <a:spLocks noGrp="1"/>
          </p:cNvSpPr>
          <p:nvPr>
            <p:ph type="body" sz="quarter" idx="47" hasCustomPrompt="1"/>
          </p:nvPr>
        </p:nvSpPr>
        <p:spPr>
          <a:xfrm>
            <a:off x="5163312"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8" name="Content placeholder 47">
            <a:extLst>
              <a:ext uri="{FF2B5EF4-FFF2-40B4-BE49-F238E27FC236}">
                <a16:creationId xmlns:a16="http://schemas.microsoft.com/office/drawing/2014/main" id="{7C7F2E6C-1DCD-3C6A-4830-5BF230A3AAB2}"/>
              </a:ext>
            </a:extLst>
          </p:cNvPr>
          <p:cNvSpPr>
            <a:spLocks noGrp="1"/>
          </p:cNvSpPr>
          <p:nvPr>
            <p:ph type="body" sz="quarter" idx="48" hasCustomPrompt="1"/>
          </p:nvPr>
        </p:nvSpPr>
        <p:spPr>
          <a:xfrm>
            <a:off x="7325868"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29" name="Content placeholder 47">
            <a:extLst>
              <a:ext uri="{FF2B5EF4-FFF2-40B4-BE49-F238E27FC236}">
                <a16:creationId xmlns:a16="http://schemas.microsoft.com/office/drawing/2014/main" id="{56A87F6E-D6C5-8903-BC20-313810046034}"/>
              </a:ext>
            </a:extLst>
          </p:cNvPr>
          <p:cNvSpPr>
            <a:spLocks noGrp="1"/>
          </p:cNvSpPr>
          <p:nvPr>
            <p:ph type="body" sz="quarter" idx="49" hasCustomPrompt="1"/>
          </p:nvPr>
        </p:nvSpPr>
        <p:spPr>
          <a:xfrm>
            <a:off x="9488424" y="2067143"/>
            <a:ext cx="1865376" cy="866219"/>
          </a:xfrm>
          <a:prstGeom prst="rect">
            <a:avLst/>
          </a:prstGeom>
          <a:ln w="19050">
            <a:solidFill>
              <a:schemeClr val="accent3"/>
            </a:solidFill>
          </a:ln>
        </p:spPr>
        <p:txBody>
          <a:bodyPr anchor="ctr">
            <a:noAutofit/>
          </a:bodyPr>
          <a:lstStyle>
            <a:lvl1pPr marL="0" indent="0" algn="ctr">
              <a:lnSpc>
                <a:spcPct val="100000"/>
              </a:lnSpc>
              <a:buFontTx/>
              <a:buNone/>
              <a:defRPr sz="1800" b="1" i="0">
                <a:solidFill>
                  <a:schemeClr val="accent6"/>
                </a:solidFill>
                <a:latin typeface="+mn-lt"/>
              </a:defRPr>
            </a:lvl1pPr>
          </a:lstStyle>
          <a:p>
            <a:pPr lvl="0"/>
            <a:r>
              <a:rPr lang="en-US" altLang="zh-CN" dirty="0"/>
              <a:t>Click to edit Master title style</a:t>
            </a:r>
            <a:endParaRPr lang="zh-CN" altLang="en-US" dirty="0"/>
          </a:p>
        </p:txBody>
      </p:sp>
      <p:sp>
        <p:nvSpPr>
          <p:cNvPr id="11" name="Footer Placeholder 10">
            <a:extLst>
              <a:ext uri="{FF2B5EF4-FFF2-40B4-BE49-F238E27FC236}">
                <a16:creationId xmlns:a16="http://schemas.microsoft.com/office/drawing/2014/main" id="{7218367E-FDD8-A1F8-8E0F-A365771B85F7}"/>
              </a:ext>
            </a:extLst>
          </p:cNvPr>
          <p:cNvSpPr>
            <a:spLocks noGrp="1"/>
          </p:cNvSpPr>
          <p:nvPr>
            <p:ph type="ftr" sz="quarter" idx="54"/>
          </p:nvPr>
        </p:nvSpPr>
        <p:spPr/>
        <p:txBody>
          <a:bodyPr>
            <a:noAutofit/>
          </a:bodyPr>
          <a:lstStyle/>
          <a:p>
            <a:r>
              <a:rPr lang="en-US" noProof="0"/>
              <a:t>Presentation title</a:t>
            </a:r>
            <a:endParaRPr lang="en-US" noProof="0" dirty="0"/>
          </a:p>
        </p:txBody>
      </p:sp>
      <p:sp>
        <p:nvSpPr>
          <p:cNvPr id="12" name="Slide Number Placeholder 11">
            <a:extLst>
              <a:ext uri="{FF2B5EF4-FFF2-40B4-BE49-F238E27FC236}">
                <a16:creationId xmlns:a16="http://schemas.microsoft.com/office/drawing/2014/main" id="{77ECE300-0AB8-85A0-D4D3-B948DDA7B00F}"/>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64985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66" name="Freeform: Shape 25">
            <a:extLst>
              <a:ext uri="{FF2B5EF4-FFF2-40B4-BE49-F238E27FC236}">
                <a16:creationId xmlns:a16="http://schemas.microsoft.com/office/drawing/2014/main" id="{D61EE2E4-C5DD-4944-B70C-8F0A3F741A59}"/>
              </a:ext>
            </a:extLst>
          </p:cNvPr>
          <p:cNvSpPr/>
          <p:nvPr userDrawn="1"/>
        </p:nvSpPr>
        <p:spPr>
          <a:xfrm>
            <a:off x="1295508" y="3039919"/>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7" name="Freeform: Shape 26">
            <a:extLst>
              <a:ext uri="{FF2B5EF4-FFF2-40B4-BE49-F238E27FC236}">
                <a16:creationId xmlns:a16="http://schemas.microsoft.com/office/drawing/2014/main" id="{91FA36A8-94E8-4069-B957-F7145D77BD5F}"/>
              </a:ext>
            </a:extLst>
          </p:cNvPr>
          <p:cNvSpPr/>
          <p:nvPr userDrawn="1"/>
        </p:nvSpPr>
        <p:spPr>
          <a:xfrm>
            <a:off x="3670763"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8" name="Freeform: Shape 27">
            <a:extLst>
              <a:ext uri="{FF2B5EF4-FFF2-40B4-BE49-F238E27FC236}">
                <a16:creationId xmlns:a16="http://schemas.microsoft.com/office/drawing/2014/main" id="{7D38D67C-B6B8-4EB2-BC07-4A8128F44D16}"/>
              </a:ext>
            </a:extLst>
          </p:cNvPr>
          <p:cNvSpPr/>
          <p:nvPr userDrawn="1"/>
        </p:nvSpPr>
        <p:spPr>
          <a:xfrm>
            <a:off x="4865676" y="3722308"/>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69" name="Freeform: Shape 28">
            <a:extLst>
              <a:ext uri="{FF2B5EF4-FFF2-40B4-BE49-F238E27FC236}">
                <a16:creationId xmlns:a16="http://schemas.microsoft.com/office/drawing/2014/main" id="{6B2E4C8C-D96E-4A66-A3D2-3580DACCF801}"/>
              </a:ext>
            </a:extLst>
          </p:cNvPr>
          <p:cNvSpPr/>
          <p:nvPr userDrawn="1"/>
        </p:nvSpPr>
        <p:spPr>
          <a:xfrm>
            <a:off x="7245668" y="3725411"/>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0" name="Freeform: Shape 29">
            <a:extLst>
              <a:ext uri="{FF2B5EF4-FFF2-40B4-BE49-F238E27FC236}">
                <a16:creationId xmlns:a16="http://schemas.microsoft.com/office/drawing/2014/main" id="{74E0B8B0-45C7-4733-BBDC-B82F9307E431}"/>
              </a:ext>
            </a:extLst>
          </p:cNvPr>
          <p:cNvSpPr/>
          <p:nvPr userDrawn="1"/>
        </p:nvSpPr>
        <p:spPr>
          <a:xfrm>
            <a:off x="8440729" y="1677046"/>
            <a:ext cx="2375255" cy="273493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cap="flat" cmpd="sng" algn="ctr">
            <a:solidFill>
              <a:schemeClr val="accent3"/>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1" name="Freeform: Shape 30">
            <a:extLst>
              <a:ext uri="{FF2B5EF4-FFF2-40B4-BE49-F238E27FC236}">
                <a16:creationId xmlns:a16="http://schemas.microsoft.com/office/drawing/2014/main" id="{F0BBECC2-631C-4C53-A9E8-6C87D48A3B01}"/>
              </a:ext>
            </a:extLst>
          </p:cNvPr>
          <p:cNvSpPr/>
          <p:nvPr userDrawn="1"/>
        </p:nvSpPr>
        <p:spPr>
          <a:xfrm>
            <a:off x="1274779" y="1667026"/>
            <a:ext cx="7152768" cy="2736950"/>
          </a:xfrm>
          <a:custGeom>
            <a:avLst/>
            <a:gdLst>
              <a:gd name="connsiteX0" fmla="*/ 0 w 5958191"/>
              <a:gd name="connsiteY0" fmla="*/ 2052536 h 2733472"/>
              <a:gd name="connsiteX1" fmla="*/ 1186774 w 5958191"/>
              <a:gd name="connsiteY1" fmla="*/ 1361872 h 2733472"/>
              <a:gd name="connsiteX2" fmla="*/ 2368685 w 5958191"/>
              <a:gd name="connsiteY2" fmla="*/ 2057400 h 2733472"/>
              <a:gd name="connsiteX3" fmla="*/ 2378413 w 5958191"/>
              <a:gd name="connsiteY3" fmla="*/ 690664 h 2733472"/>
              <a:gd name="connsiteX4" fmla="*/ 3570051 w 5958191"/>
              <a:gd name="connsiteY4" fmla="*/ 0 h 2733472"/>
              <a:gd name="connsiteX5" fmla="*/ 4761689 w 5958191"/>
              <a:gd name="connsiteY5" fmla="*/ 680936 h 2733472"/>
              <a:gd name="connsiteX6" fmla="*/ 4756825 w 5958191"/>
              <a:gd name="connsiteY6" fmla="*/ 2052536 h 2733472"/>
              <a:gd name="connsiteX7" fmla="*/ 5958191 w 5958191"/>
              <a:gd name="connsiteY7" fmla="*/ 2733472 h 2733472"/>
              <a:gd name="connsiteX8" fmla="*/ 5958191 w 5958191"/>
              <a:gd name="connsiteY8" fmla="*/ 2733472 h 2733472"/>
              <a:gd name="connsiteX0" fmla="*/ 0 w 7159557"/>
              <a:gd name="connsiteY0" fmla="*/ 2052536 h 2733472"/>
              <a:gd name="connsiteX1" fmla="*/ 1186774 w 7159557"/>
              <a:gd name="connsiteY1" fmla="*/ 1361872 h 2733472"/>
              <a:gd name="connsiteX2" fmla="*/ 2368685 w 7159557"/>
              <a:gd name="connsiteY2" fmla="*/ 2057400 h 2733472"/>
              <a:gd name="connsiteX3" fmla="*/ 2378413 w 7159557"/>
              <a:gd name="connsiteY3" fmla="*/ 690664 h 2733472"/>
              <a:gd name="connsiteX4" fmla="*/ 3570051 w 7159557"/>
              <a:gd name="connsiteY4" fmla="*/ 0 h 2733472"/>
              <a:gd name="connsiteX5" fmla="*/ 4761689 w 7159557"/>
              <a:gd name="connsiteY5" fmla="*/ 680936 h 2733472"/>
              <a:gd name="connsiteX6" fmla="*/ 4756825 w 7159557"/>
              <a:gd name="connsiteY6" fmla="*/ 2052536 h 2733472"/>
              <a:gd name="connsiteX7" fmla="*/ 5958191 w 7159557"/>
              <a:gd name="connsiteY7" fmla="*/ 2733472 h 2733472"/>
              <a:gd name="connsiteX8" fmla="*/ 7159557 w 7159557"/>
              <a:gd name="connsiteY8" fmla="*/ 2067128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62264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7400 h 2733472"/>
              <a:gd name="connsiteX0" fmla="*/ 0 w 7164420"/>
              <a:gd name="connsiteY0" fmla="*/ 2052536 h 2733472"/>
              <a:gd name="connsiteX1" fmla="*/ 1186774 w 7164420"/>
              <a:gd name="connsiteY1" fmla="*/ 1361872 h 2733472"/>
              <a:gd name="connsiteX2" fmla="*/ 2368685 w 7164420"/>
              <a:gd name="connsiteY2" fmla="*/ 2057400 h 2733472"/>
              <a:gd name="connsiteX3" fmla="*/ 2378413 w 7164420"/>
              <a:gd name="connsiteY3" fmla="*/ 690664 h 2733472"/>
              <a:gd name="connsiteX4" fmla="*/ 3570051 w 7164420"/>
              <a:gd name="connsiteY4" fmla="*/ 0 h 2733472"/>
              <a:gd name="connsiteX5" fmla="*/ 4761689 w 7164420"/>
              <a:gd name="connsiteY5" fmla="*/ 680936 h 2733472"/>
              <a:gd name="connsiteX6" fmla="*/ 4756825 w 7164420"/>
              <a:gd name="connsiteY6" fmla="*/ 2052536 h 2733472"/>
              <a:gd name="connsiteX7" fmla="*/ 5958191 w 7164420"/>
              <a:gd name="connsiteY7" fmla="*/ 2733472 h 2733472"/>
              <a:gd name="connsiteX8" fmla="*/ 7164420 w 7164420"/>
              <a:gd name="connsiteY8" fmla="*/ 2052536 h 2733472"/>
              <a:gd name="connsiteX0" fmla="*/ 0 w 7159556"/>
              <a:gd name="connsiteY0" fmla="*/ 2052536 h 2733472"/>
              <a:gd name="connsiteX1" fmla="*/ 1186774 w 7159556"/>
              <a:gd name="connsiteY1" fmla="*/ 1361872 h 2733472"/>
              <a:gd name="connsiteX2" fmla="*/ 2368685 w 7159556"/>
              <a:gd name="connsiteY2" fmla="*/ 2057400 h 2733472"/>
              <a:gd name="connsiteX3" fmla="*/ 2378413 w 7159556"/>
              <a:gd name="connsiteY3" fmla="*/ 690664 h 2733472"/>
              <a:gd name="connsiteX4" fmla="*/ 3570051 w 7159556"/>
              <a:gd name="connsiteY4" fmla="*/ 0 h 2733472"/>
              <a:gd name="connsiteX5" fmla="*/ 4761689 w 7159556"/>
              <a:gd name="connsiteY5" fmla="*/ 680936 h 2733472"/>
              <a:gd name="connsiteX6" fmla="*/ 4756825 w 7159556"/>
              <a:gd name="connsiteY6" fmla="*/ 2052536 h 2733472"/>
              <a:gd name="connsiteX7" fmla="*/ 5958191 w 7159556"/>
              <a:gd name="connsiteY7" fmla="*/ 2733472 h 2733472"/>
              <a:gd name="connsiteX8" fmla="*/ 7159556 w 7159556"/>
              <a:gd name="connsiteY8" fmla="*/ 2052536 h 2733472"/>
              <a:gd name="connsiteX0" fmla="*/ 0 w 7145649"/>
              <a:gd name="connsiteY0" fmla="*/ 2049060 h 2733472"/>
              <a:gd name="connsiteX1" fmla="*/ 1172867 w 7145649"/>
              <a:gd name="connsiteY1" fmla="*/ 1361872 h 2733472"/>
              <a:gd name="connsiteX2" fmla="*/ 2354778 w 7145649"/>
              <a:gd name="connsiteY2" fmla="*/ 2057400 h 2733472"/>
              <a:gd name="connsiteX3" fmla="*/ 2364506 w 7145649"/>
              <a:gd name="connsiteY3" fmla="*/ 690664 h 2733472"/>
              <a:gd name="connsiteX4" fmla="*/ 3556144 w 7145649"/>
              <a:gd name="connsiteY4" fmla="*/ 0 h 2733472"/>
              <a:gd name="connsiteX5" fmla="*/ 4747782 w 7145649"/>
              <a:gd name="connsiteY5" fmla="*/ 680936 h 2733472"/>
              <a:gd name="connsiteX6" fmla="*/ 4742918 w 7145649"/>
              <a:gd name="connsiteY6" fmla="*/ 2052536 h 2733472"/>
              <a:gd name="connsiteX7" fmla="*/ 5944284 w 7145649"/>
              <a:gd name="connsiteY7" fmla="*/ 2733472 h 2733472"/>
              <a:gd name="connsiteX8" fmla="*/ 7145649 w 7145649"/>
              <a:gd name="connsiteY8" fmla="*/ 2052536 h 2733472"/>
              <a:gd name="connsiteX0" fmla="*/ 0 w 7156079"/>
              <a:gd name="connsiteY0" fmla="*/ 2035152 h 2733472"/>
              <a:gd name="connsiteX1" fmla="*/ 1183297 w 7156079"/>
              <a:gd name="connsiteY1" fmla="*/ 1361872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5208 w 7156079"/>
              <a:gd name="connsiteY2" fmla="*/ 205740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61731 w 7156079"/>
              <a:gd name="connsiteY2" fmla="*/ 2029586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82592 w 7156079"/>
              <a:gd name="connsiteY2" fmla="*/ 2033063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35152 h 2733472"/>
              <a:gd name="connsiteX1" fmla="*/ 1183297 w 7156079"/>
              <a:gd name="connsiteY1" fmla="*/ 1344488 h 2733472"/>
              <a:gd name="connsiteX2" fmla="*/ 2372162 w 7156079"/>
              <a:gd name="connsiteY2" fmla="*/ 2026110 h 2733472"/>
              <a:gd name="connsiteX3" fmla="*/ 2374936 w 7156079"/>
              <a:gd name="connsiteY3" fmla="*/ 690664 h 2733472"/>
              <a:gd name="connsiteX4" fmla="*/ 3566574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6 h 2761286"/>
              <a:gd name="connsiteX1" fmla="*/ 1183297 w 7156079"/>
              <a:gd name="connsiteY1" fmla="*/ 1372302 h 2761286"/>
              <a:gd name="connsiteX2" fmla="*/ 2372162 w 7156079"/>
              <a:gd name="connsiteY2" fmla="*/ 2053924 h 2761286"/>
              <a:gd name="connsiteX3" fmla="*/ 2374936 w 7156079"/>
              <a:gd name="connsiteY3" fmla="*/ 71847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62966 h 2761286"/>
              <a:gd name="connsiteX1" fmla="*/ 1183297 w 7156079"/>
              <a:gd name="connsiteY1" fmla="*/ 1372302 h 2761286"/>
              <a:gd name="connsiteX2" fmla="*/ 2372162 w 7156079"/>
              <a:gd name="connsiteY2" fmla="*/ 2053924 h 2761286"/>
              <a:gd name="connsiteX3" fmla="*/ 2371460 w 7156079"/>
              <a:gd name="connsiteY3" fmla="*/ 708048 h 2761286"/>
              <a:gd name="connsiteX4" fmla="*/ 3577004 w 7156079"/>
              <a:gd name="connsiteY4" fmla="*/ 0 h 2761286"/>
              <a:gd name="connsiteX5" fmla="*/ 4758212 w 7156079"/>
              <a:gd name="connsiteY5" fmla="*/ 708750 h 2761286"/>
              <a:gd name="connsiteX6" fmla="*/ 4753348 w 7156079"/>
              <a:gd name="connsiteY6" fmla="*/ 2080350 h 2761286"/>
              <a:gd name="connsiteX7" fmla="*/ 5954714 w 7156079"/>
              <a:gd name="connsiteY7" fmla="*/ 2761286 h 2761286"/>
              <a:gd name="connsiteX8" fmla="*/ 7156079 w 7156079"/>
              <a:gd name="connsiteY8" fmla="*/ 2080350 h 2761286"/>
              <a:gd name="connsiteX0" fmla="*/ 0 w 7156079"/>
              <a:gd name="connsiteY0" fmla="*/ 2035152 h 2733472"/>
              <a:gd name="connsiteX1" fmla="*/ 1183297 w 7156079"/>
              <a:gd name="connsiteY1" fmla="*/ 1344488 h 2733472"/>
              <a:gd name="connsiteX2" fmla="*/ 2372162 w 7156079"/>
              <a:gd name="connsiteY2" fmla="*/ 2026110 h 2733472"/>
              <a:gd name="connsiteX3" fmla="*/ 2371460 w 7156079"/>
              <a:gd name="connsiteY3" fmla="*/ 680234 h 2733472"/>
              <a:gd name="connsiteX4" fmla="*/ 3573527 w 7156079"/>
              <a:gd name="connsiteY4" fmla="*/ 0 h 2733472"/>
              <a:gd name="connsiteX5" fmla="*/ 4758212 w 7156079"/>
              <a:gd name="connsiteY5" fmla="*/ 680936 h 2733472"/>
              <a:gd name="connsiteX6" fmla="*/ 4753348 w 7156079"/>
              <a:gd name="connsiteY6" fmla="*/ 2052536 h 2733472"/>
              <a:gd name="connsiteX7" fmla="*/ 5954714 w 7156079"/>
              <a:gd name="connsiteY7" fmla="*/ 2733472 h 2733472"/>
              <a:gd name="connsiteX8" fmla="*/ 7156079 w 7156079"/>
              <a:gd name="connsiteY8" fmla="*/ 2052536 h 2733472"/>
              <a:gd name="connsiteX0" fmla="*/ 0 w 7156079"/>
              <a:gd name="connsiteY0" fmla="*/ 2062967 h 2761287"/>
              <a:gd name="connsiteX1" fmla="*/ 1183297 w 7156079"/>
              <a:gd name="connsiteY1" fmla="*/ 1372303 h 2761287"/>
              <a:gd name="connsiteX2" fmla="*/ 2372162 w 7156079"/>
              <a:gd name="connsiteY2" fmla="*/ 2053925 h 2761287"/>
              <a:gd name="connsiteX3" fmla="*/ 2371460 w 7156079"/>
              <a:gd name="connsiteY3" fmla="*/ 708049 h 2761287"/>
              <a:gd name="connsiteX4" fmla="*/ 3563096 w 7156079"/>
              <a:gd name="connsiteY4" fmla="*/ 0 h 2761287"/>
              <a:gd name="connsiteX5" fmla="*/ 4758212 w 7156079"/>
              <a:gd name="connsiteY5" fmla="*/ 708751 h 2761287"/>
              <a:gd name="connsiteX6" fmla="*/ 4753348 w 7156079"/>
              <a:gd name="connsiteY6" fmla="*/ 2080351 h 2761287"/>
              <a:gd name="connsiteX7" fmla="*/ 5954714 w 7156079"/>
              <a:gd name="connsiteY7" fmla="*/ 2761287 h 2761287"/>
              <a:gd name="connsiteX8" fmla="*/ 7156079 w 7156079"/>
              <a:gd name="connsiteY8" fmla="*/ 2080351 h 2761287"/>
              <a:gd name="connsiteX0" fmla="*/ 0 w 7156079"/>
              <a:gd name="connsiteY0" fmla="*/ 2045583 h 2743903"/>
              <a:gd name="connsiteX1" fmla="*/ 1183297 w 7156079"/>
              <a:gd name="connsiteY1" fmla="*/ 1354919 h 2743903"/>
              <a:gd name="connsiteX2" fmla="*/ 2372162 w 7156079"/>
              <a:gd name="connsiteY2" fmla="*/ 2036541 h 2743903"/>
              <a:gd name="connsiteX3" fmla="*/ 2371460 w 7156079"/>
              <a:gd name="connsiteY3" fmla="*/ 690665 h 2743903"/>
              <a:gd name="connsiteX4" fmla="*/ 3563096 w 7156079"/>
              <a:gd name="connsiteY4" fmla="*/ 0 h 2743903"/>
              <a:gd name="connsiteX5" fmla="*/ 4758212 w 7156079"/>
              <a:gd name="connsiteY5" fmla="*/ 691367 h 2743903"/>
              <a:gd name="connsiteX6" fmla="*/ 4753348 w 7156079"/>
              <a:gd name="connsiteY6" fmla="*/ 2062967 h 2743903"/>
              <a:gd name="connsiteX7" fmla="*/ 5954714 w 7156079"/>
              <a:gd name="connsiteY7" fmla="*/ 2743903 h 2743903"/>
              <a:gd name="connsiteX8" fmla="*/ 7156079 w 7156079"/>
              <a:gd name="connsiteY8" fmla="*/ 2062967 h 2743903"/>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8212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53348 w 7156079"/>
              <a:gd name="connsiteY6" fmla="*/ 2069921 h 2750857"/>
              <a:gd name="connsiteX7" fmla="*/ 5954714 w 7156079"/>
              <a:gd name="connsiteY7" fmla="*/ 2750857 h 2750857"/>
              <a:gd name="connsiteX8" fmla="*/ 7156079 w 7156079"/>
              <a:gd name="connsiteY8" fmla="*/ 2069921 h 2750857"/>
              <a:gd name="connsiteX0" fmla="*/ 0 w 7156079"/>
              <a:gd name="connsiteY0" fmla="*/ 2052537 h 2750857"/>
              <a:gd name="connsiteX1" fmla="*/ 1183297 w 7156079"/>
              <a:gd name="connsiteY1" fmla="*/ 1361873 h 2750857"/>
              <a:gd name="connsiteX2" fmla="*/ 2372162 w 7156079"/>
              <a:gd name="connsiteY2" fmla="*/ 2043495 h 2750857"/>
              <a:gd name="connsiteX3" fmla="*/ 2371460 w 7156079"/>
              <a:gd name="connsiteY3" fmla="*/ 697619 h 2750857"/>
              <a:gd name="connsiteX4" fmla="*/ 3559620 w 7156079"/>
              <a:gd name="connsiteY4" fmla="*/ 0 h 2750857"/>
              <a:gd name="connsiteX5" fmla="*/ 4751259 w 7156079"/>
              <a:gd name="connsiteY5" fmla="*/ 698321 h 2750857"/>
              <a:gd name="connsiteX6" fmla="*/ 4742917 w 7156079"/>
              <a:gd name="connsiteY6" fmla="*/ 2062967 h 2750857"/>
              <a:gd name="connsiteX7" fmla="*/ 5954714 w 7156079"/>
              <a:gd name="connsiteY7" fmla="*/ 2750857 h 2750857"/>
              <a:gd name="connsiteX8" fmla="*/ 7156079 w 7156079"/>
              <a:gd name="connsiteY8" fmla="*/ 2069921 h 2750857"/>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62967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60301 w 7156079"/>
              <a:gd name="connsiteY6" fmla="*/ 2052536 h 2736950"/>
              <a:gd name="connsiteX7" fmla="*/ 5954714 w 7156079"/>
              <a:gd name="connsiteY7" fmla="*/ 2736950 h 2736950"/>
              <a:gd name="connsiteX8" fmla="*/ 7156079 w 7156079"/>
              <a:gd name="connsiteY8" fmla="*/ 2069921 h 2736950"/>
              <a:gd name="connsiteX0" fmla="*/ 0 w 7156079"/>
              <a:gd name="connsiteY0" fmla="*/ 2052537 h 2736950"/>
              <a:gd name="connsiteX1" fmla="*/ 1183297 w 7156079"/>
              <a:gd name="connsiteY1" fmla="*/ 1361873 h 2736950"/>
              <a:gd name="connsiteX2" fmla="*/ 2372162 w 7156079"/>
              <a:gd name="connsiteY2" fmla="*/ 2043495 h 2736950"/>
              <a:gd name="connsiteX3" fmla="*/ 2371460 w 7156079"/>
              <a:gd name="connsiteY3" fmla="*/ 697619 h 2736950"/>
              <a:gd name="connsiteX4" fmla="*/ 3559620 w 7156079"/>
              <a:gd name="connsiteY4" fmla="*/ 0 h 2736950"/>
              <a:gd name="connsiteX5" fmla="*/ 4751259 w 7156079"/>
              <a:gd name="connsiteY5" fmla="*/ 698321 h 2736950"/>
              <a:gd name="connsiteX6" fmla="*/ 4742917 w 7156079"/>
              <a:gd name="connsiteY6" fmla="*/ 2052536 h 2736950"/>
              <a:gd name="connsiteX7" fmla="*/ 5954714 w 7156079"/>
              <a:gd name="connsiteY7" fmla="*/ 2736950 h 2736950"/>
              <a:gd name="connsiteX8" fmla="*/ 7156079 w 7156079"/>
              <a:gd name="connsiteY8" fmla="*/ 2069921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6014 h 2736950"/>
              <a:gd name="connsiteX0" fmla="*/ 0 w 7124788"/>
              <a:gd name="connsiteY0" fmla="*/ 2052537 h 2736950"/>
              <a:gd name="connsiteX1" fmla="*/ 1183297 w 7124788"/>
              <a:gd name="connsiteY1" fmla="*/ 1361873 h 2736950"/>
              <a:gd name="connsiteX2" fmla="*/ 2372162 w 7124788"/>
              <a:gd name="connsiteY2" fmla="*/ 2043495 h 2736950"/>
              <a:gd name="connsiteX3" fmla="*/ 2371460 w 7124788"/>
              <a:gd name="connsiteY3" fmla="*/ 697619 h 2736950"/>
              <a:gd name="connsiteX4" fmla="*/ 3559620 w 7124788"/>
              <a:gd name="connsiteY4" fmla="*/ 0 h 2736950"/>
              <a:gd name="connsiteX5" fmla="*/ 4751259 w 7124788"/>
              <a:gd name="connsiteY5" fmla="*/ 698321 h 2736950"/>
              <a:gd name="connsiteX6" fmla="*/ 4742917 w 7124788"/>
              <a:gd name="connsiteY6" fmla="*/ 2052536 h 2736950"/>
              <a:gd name="connsiteX7" fmla="*/ 5954714 w 7124788"/>
              <a:gd name="connsiteY7" fmla="*/ 2736950 h 2736950"/>
              <a:gd name="connsiteX8" fmla="*/ 7124788 w 7124788"/>
              <a:gd name="connsiteY8" fmla="*/ 2045583 h 2736950"/>
              <a:gd name="connsiteX0" fmla="*/ 0 w 7135218"/>
              <a:gd name="connsiteY0" fmla="*/ 2052537 h 2736950"/>
              <a:gd name="connsiteX1" fmla="*/ 1183297 w 7135218"/>
              <a:gd name="connsiteY1" fmla="*/ 1361873 h 2736950"/>
              <a:gd name="connsiteX2" fmla="*/ 2372162 w 7135218"/>
              <a:gd name="connsiteY2" fmla="*/ 2043495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52537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35218"/>
              <a:gd name="connsiteY0" fmla="*/ 2067128 h 2736950"/>
              <a:gd name="connsiteX1" fmla="*/ 1183297 w 7135218"/>
              <a:gd name="connsiteY1" fmla="*/ 1361873 h 2736950"/>
              <a:gd name="connsiteX2" fmla="*/ 2376070 w 7135218"/>
              <a:gd name="connsiteY2" fmla="*/ 2055218 h 2736950"/>
              <a:gd name="connsiteX3" fmla="*/ 2371460 w 7135218"/>
              <a:gd name="connsiteY3" fmla="*/ 697619 h 2736950"/>
              <a:gd name="connsiteX4" fmla="*/ 3559620 w 7135218"/>
              <a:gd name="connsiteY4" fmla="*/ 0 h 2736950"/>
              <a:gd name="connsiteX5" fmla="*/ 4751259 w 7135218"/>
              <a:gd name="connsiteY5" fmla="*/ 698321 h 2736950"/>
              <a:gd name="connsiteX6" fmla="*/ 4742917 w 7135218"/>
              <a:gd name="connsiteY6" fmla="*/ 2052536 h 2736950"/>
              <a:gd name="connsiteX7" fmla="*/ 5954714 w 7135218"/>
              <a:gd name="connsiteY7" fmla="*/ 2736950 h 2736950"/>
              <a:gd name="connsiteX8" fmla="*/ 7135218 w 7135218"/>
              <a:gd name="connsiteY8" fmla="*/ 2052536 h 2736950"/>
              <a:gd name="connsiteX0" fmla="*/ 0 w 7159537"/>
              <a:gd name="connsiteY0" fmla="*/ 2062264 h 2736950"/>
              <a:gd name="connsiteX1" fmla="*/ 1207616 w 7159537"/>
              <a:gd name="connsiteY1" fmla="*/ 1361873 h 2736950"/>
              <a:gd name="connsiteX2" fmla="*/ 2400389 w 7159537"/>
              <a:gd name="connsiteY2" fmla="*/ 2055218 h 2736950"/>
              <a:gd name="connsiteX3" fmla="*/ 2395779 w 7159537"/>
              <a:gd name="connsiteY3" fmla="*/ 697619 h 2736950"/>
              <a:gd name="connsiteX4" fmla="*/ 3583939 w 7159537"/>
              <a:gd name="connsiteY4" fmla="*/ 0 h 2736950"/>
              <a:gd name="connsiteX5" fmla="*/ 4775578 w 7159537"/>
              <a:gd name="connsiteY5" fmla="*/ 698321 h 2736950"/>
              <a:gd name="connsiteX6" fmla="*/ 4767236 w 7159537"/>
              <a:gd name="connsiteY6" fmla="*/ 2052536 h 2736950"/>
              <a:gd name="connsiteX7" fmla="*/ 5979033 w 7159537"/>
              <a:gd name="connsiteY7" fmla="*/ 2736950 h 2736950"/>
              <a:gd name="connsiteX8" fmla="*/ 7159537 w 7159537"/>
              <a:gd name="connsiteY8" fmla="*/ 2052536 h 2736950"/>
              <a:gd name="connsiteX0" fmla="*/ 0 w 7149809"/>
              <a:gd name="connsiteY0" fmla="*/ 2071991 h 2736950"/>
              <a:gd name="connsiteX1" fmla="*/ 1197888 w 7149809"/>
              <a:gd name="connsiteY1" fmla="*/ 1361873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22208 w 7149809"/>
              <a:gd name="connsiteY1" fmla="*/ 1357009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7344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212480 w 7149809"/>
              <a:gd name="connsiteY1" fmla="*/ 137646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6585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582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52536 h 2736950"/>
              <a:gd name="connsiteX7" fmla="*/ 5969305 w 7149809"/>
              <a:gd name="connsiteY7" fmla="*/ 2736950 h 2736950"/>
              <a:gd name="connsiteX8" fmla="*/ 7149809 w 7149809"/>
              <a:gd name="connsiteY8" fmla="*/ 2052536 h 2736950"/>
              <a:gd name="connsiteX0" fmla="*/ 0 w 7149809"/>
              <a:gd name="connsiteY0" fmla="*/ 2071991 h 2736950"/>
              <a:gd name="connsiteX1" fmla="*/ 1194700 w 7149809"/>
              <a:gd name="connsiteY1" fmla="*/ 1371385 h 2736950"/>
              <a:gd name="connsiteX2" fmla="*/ 2390661 w 7149809"/>
              <a:gd name="connsiteY2" fmla="*/ 2055218 h 2736950"/>
              <a:gd name="connsiteX3" fmla="*/ 2386051 w 7149809"/>
              <a:gd name="connsiteY3" fmla="*/ 697619 h 2736950"/>
              <a:gd name="connsiteX4" fmla="*/ 3574211 w 7149809"/>
              <a:gd name="connsiteY4" fmla="*/ 0 h 2736950"/>
              <a:gd name="connsiteX5" fmla="*/ 4770930 w 7149809"/>
              <a:gd name="connsiteY5" fmla="*/ 698321 h 2736950"/>
              <a:gd name="connsiteX6" fmla="*/ 4757508 w 7149809"/>
              <a:gd name="connsiteY6" fmla="*/ 2047456 h 2736950"/>
              <a:gd name="connsiteX7" fmla="*/ 5969305 w 7149809"/>
              <a:gd name="connsiteY7" fmla="*/ 2736950 h 2736950"/>
              <a:gd name="connsiteX8" fmla="*/ 7149809 w 7149809"/>
              <a:gd name="connsiteY8" fmla="*/ 2052536 h 2736950"/>
              <a:gd name="connsiteX0" fmla="*/ 0 w 7152768"/>
              <a:gd name="connsiteY0" fmla="*/ 2063113 h 2736950"/>
              <a:gd name="connsiteX1" fmla="*/ 1197659 w 7152768"/>
              <a:gd name="connsiteY1" fmla="*/ 1371385 h 2736950"/>
              <a:gd name="connsiteX2" fmla="*/ 2393620 w 7152768"/>
              <a:gd name="connsiteY2" fmla="*/ 2055218 h 2736950"/>
              <a:gd name="connsiteX3" fmla="*/ 2389010 w 7152768"/>
              <a:gd name="connsiteY3" fmla="*/ 697619 h 2736950"/>
              <a:gd name="connsiteX4" fmla="*/ 3577170 w 7152768"/>
              <a:gd name="connsiteY4" fmla="*/ 0 h 2736950"/>
              <a:gd name="connsiteX5" fmla="*/ 4773889 w 7152768"/>
              <a:gd name="connsiteY5" fmla="*/ 698321 h 2736950"/>
              <a:gd name="connsiteX6" fmla="*/ 4760467 w 7152768"/>
              <a:gd name="connsiteY6" fmla="*/ 2047456 h 2736950"/>
              <a:gd name="connsiteX7" fmla="*/ 5972264 w 7152768"/>
              <a:gd name="connsiteY7" fmla="*/ 2736950 h 2736950"/>
              <a:gd name="connsiteX8" fmla="*/ 7152768 w 7152768"/>
              <a:gd name="connsiteY8" fmla="*/ 2052536 h 2736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52768" h="2736950">
                <a:moveTo>
                  <a:pt x="0" y="2063113"/>
                </a:moveTo>
                <a:cubicBezTo>
                  <a:pt x="405781" y="1831271"/>
                  <a:pt x="752967" y="1616359"/>
                  <a:pt x="1197659" y="1371385"/>
                </a:cubicBezTo>
                <a:lnTo>
                  <a:pt x="2393620" y="2055218"/>
                </a:lnTo>
                <a:cubicBezTo>
                  <a:pt x="2396863" y="1599639"/>
                  <a:pt x="2385767" y="1153198"/>
                  <a:pt x="2389010" y="697619"/>
                </a:cubicBezTo>
                <a:lnTo>
                  <a:pt x="3577170" y="0"/>
                </a:lnTo>
                <a:lnTo>
                  <a:pt x="4773889" y="698321"/>
                </a:lnTo>
                <a:cubicBezTo>
                  <a:pt x="4772268" y="1155521"/>
                  <a:pt x="4762088" y="1590256"/>
                  <a:pt x="4760467" y="2047456"/>
                </a:cubicBezTo>
                <a:lnTo>
                  <a:pt x="5972264" y="2736950"/>
                </a:lnTo>
                <a:lnTo>
                  <a:pt x="7152768" y="2052536"/>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2" name="Freeform: Shape 31">
            <a:extLst>
              <a:ext uri="{FF2B5EF4-FFF2-40B4-BE49-F238E27FC236}">
                <a16:creationId xmlns:a16="http://schemas.microsoft.com/office/drawing/2014/main" id="{274DD645-8640-45D5-9B60-F31EC01D3CC0}"/>
              </a:ext>
            </a:extLst>
          </p:cNvPr>
          <p:cNvSpPr/>
          <p:nvPr userDrawn="1"/>
        </p:nvSpPr>
        <p:spPr>
          <a:xfrm>
            <a:off x="8440979" y="1677475"/>
            <a:ext cx="2373549" cy="2062264"/>
          </a:xfrm>
          <a:custGeom>
            <a:avLst/>
            <a:gdLst>
              <a:gd name="connsiteX0" fmla="*/ 2373549 w 2373549"/>
              <a:gd name="connsiteY0" fmla="*/ 680936 h 2062264"/>
              <a:gd name="connsiteX1" fmla="*/ 1186774 w 2373549"/>
              <a:gd name="connsiteY1" fmla="*/ 0 h 2062264"/>
              <a:gd name="connsiteX2" fmla="*/ 0 w 2373549"/>
              <a:gd name="connsiteY2" fmla="*/ 690664 h 2062264"/>
              <a:gd name="connsiteX3" fmla="*/ 0 w 2373549"/>
              <a:gd name="connsiteY3" fmla="*/ 2062264 h 2062264"/>
            </a:gdLst>
            <a:ahLst/>
            <a:cxnLst>
              <a:cxn ang="0">
                <a:pos x="connsiteX0" y="connsiteY0"/>
              </a:cxn>
              <a:cxn ang="0">
                <a:pos x="connsiteX1" y="connsiteY1"/>
              </a:cxn>
              <a:cxn ang="0">
                <a:pos x="connsiteX2" y="connsiteY2"/>
              </a:cxn>
              <a:cxn ang="0">
                <a:pos x="connsiteX3" y="connsiteY3"/>
              </a:cxn>
            </a:cxnLst>
            <a:rect l="l" t="t" r="r" b="b"/>
            <a:pathLst>
              <a:path w="2373549" h="2062264">
                <a:moveTo>
                  <a:pt x="2373549" y="680936"/>
                </a:moveTo>
                <a:lnTo>
                  <a:pt x="1186774" y="0"/>
                </a:lnTo>
                <a:lnTo>
                  <a:pt x="0" y="690664"/>
                </a:lnTo>
                <a:lnTo>
                  <a:pt x="0" y="2062264"/>
                </a:lnTo>
              </a:path>
            </a:pathLst>
          </a:custGeom>
          <a:noFill/>
          <a:ln w="38100" cap="flat" cmpd="sng" algn="ctr">
            <a:solidFill>
              <a:schemeClr val="accent6">
                <a:lumMod val="10000"/>
                <a:lumOff val="90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3" name="Freeform: Shape 34">
            <a:extLst>
              <a:ext uri="{FF2B5EF4-FFF2-40B4-BE49-F238E27FC236}">
                <a16:creationId xmlns:a16="http://schemas.microsoft.com/office/drawing/2014/main" id="{71C09F09-7119-47FD-8E60-E4A92C9A3119}"/>
              </a:ext>
            </a:extLst>
          </p:cNvPr>
          <p:cNvSpPr/>
          <p:nvPr userDrawn="1"/>
        </p:nvSpPr>
        <p:spPr>
          <a:xfrm flipH="1">
            <a:off x="10715501" y="2243467"/>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4" name="Freeform: Shape 45">
            <a:extLst>
              <a:ext uri="{FF2B5EF4-FFF2-40B4-BE49-F238E27FC236}">
                <a16:creationId xmlns:a16="http://schemas.microsoft.com/office/drawing/2014/main" id="{E99BCE04-19B9-4541-925F-AC59CF760E7F}"/>
              </a:ext>
            </a:extLst>
          </p:cNvPr>
          <p:cNvSpPr/>
          <p:nvPr userDrawn="1"/>
        </p:nvSpPr>
        <p:spPr>
          <a:xfrm flipH="1">
            <a:off x="9534557" y="1571099"/>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5" name="Freeform: Shape 46">
            <a:extLst>
              <a:ext uri="{FF2B5EF4-FFF2-40B4-BE49-F238E27FC236}">
                <a16:creationId xmlns:a16="http://schemas.microsoft.com/office/drawing/2014/main" id="{F2B610BB-26F6-44A5-B7DB-CEEDCAE916ED}"/>
              </a:ext>
            </a:extLst>
          </p:cNvPr>
          <p:cNvSpPr/>
          <p:nvPr userDrawn="1"/>
        </p:nvSpPr>
        <p:spPr>
          <a:xfrm flipH="1">
            <a:off x="8328171" y="2258376"/>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6" name="Freeform: Shape 47">
            <a:extLst>
              <a:ext uri="{FF2B5EF4-FFF2-40B4-BE49-F238E27FC236}">
                <a16:creationId xmlns:a16="http://schemas.microsoft.com/office/drawing/2014/main" id="{C979636C-DE09-47B7-8972-BAE28DFA91DF}"/>
              </a:ext>
            </a:extLst>
          </p:cNvPr>
          <p:cNvSpPr/>
          <p:nvPr userDrawn="1"/>
        </p:nvSpPr>
        <p:spPr>
          <a:xfrm flipH="1">
            <a:off x="8333460" y="361085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7" name="Freeform: Shape 48">
            <a:extLst>
              <a:ext uri="{FF2B5EF4-FFF2-40B4-BE49-F238E27FC236}">
                <a16:creationId xmlns:a16="http://schemas.microsoft.com/office/drawing/2014/main" id="{01B12467-C508-4D89-94B3-6D23C6199703}"/>
              </a:ext>
            </a:extLst>
          </p:cNvPr>
          <p:cNvSpPr/>
          <p:nvPr userDrawn="1"/>
        </p:nvSpPr>
        <p:spPr>
          <a:xfrm flipH="1">
            <a:off x="7146016" y="429086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8" name="Freeform: Shape 49">
            <a:extLst>
              <a:ext uri="{FF2B5EF4-FFF2-40B4-BE49-F238E27FC236}">
                <a16:creationId xmlns:a16="http://schemas.microsoft.com/office/drawing/2014/main" id="{9EA72422-90A8-454F-8133-112CD2B85BEA}"/>
              </a:ext>
            </a:extLst>
          </p:cNvPr>
          <p:cNvSpPr/>
          <p:nvPr userDrawn="1"/>
        </p:nvSpPr>
        <p:spPr>
          <a:xfrm flipH="1">
            <a:off x="5937847"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79" name="Freeform: Shape 50">
            <a:extLst>
              <a:ext uri="{FF2B5EF4-FFF2-40B4-BE49-F238E27FC236}">
                <a16:creationId xmlns:a16="http://schemas.microsoft.com/office/drawing/2014/main" id="{3C67727D-D0D9-4CA6-99EE-0B89D465A706}"/>
              </a:ext>
            </a:extLst>
          </p:cNvPr>
          <p:cNvSpPr/>
          <p:nvPr userDrawn="1"/>
        </p:nvSpPr>
        <p:spPr>
          <a:xfrm flipH="1">
            <a:off x="5951993" y="225130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0" name="Freeform: Shape 51">
            <a:extLst>
              <a:ext uri="{FF2B5EF4-FFF2-40B4-BE49-F238E27FC236}">
                <a16:creationId xmlns:a16="http://schemas.microsoft.com/office/drawing/2014/main" id="{C88A67D0-B01F-4CC8-B248-2CF85911F456}"/>
              </a:ext>
            </a:extLst>
          </p:cNvPr>
          <p:cNvSpPr/>
          <p:nvPr userDrawn="1"/>
        </p:nvSpPr>
        <p:spPr>
          <a:xfrm flipH="1">
            <a:off x="4778156" y="1565771"/>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1" name="Freeform: Shape 52">
            <a:extLst>
              <a:ext uri="{FF2B5EF4-FFF2-40B4-BE49-F238E27FC236}">
                <a16:creationId xmlns:a16="http://schemas.microsoft.com/office/drawing/2014/main" id="{DBF6CA39-E979-4287-833E-20A9B455F7D6}"/>
              </a:ext>
            </a:extLst>
          </p:cNvPr>
          <p:cNvSpPr/>
          <p:nvPr userDrawn="1"/>
        </p:nvSpPr>
        <p:spPr>
          <a:xfrm flipH="1">
            <a:off x="3565843" y="2247823"/>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2" name="Freeform: Shape 53">
            <a:extLst>
              <a:ext uri="{FF2B5EF4-FFF2-40B4-BE49-F238E27FC236}">
                <a16:creationId xmlns:a16="http://schemas.microsoft.com/office/drawing/2014/main" id="{9EAA4E60-7510-4920-A426-5630491CFAC2}"/>
              </a:ext>
            </a:extLst>
          </p:cNvPr>
          <p:cNvSpPr/>
          <p:nvPr userDrawn="1"/>
        </p:nvSpPr>
        <p:spPr>
          <a:xfrm flipH="1">
            <a:off x="3565952" y="361339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3" name="Freeform: Shape 54">
            <a:extLst>
              <a:ext uri="{FF2B5EF4-FFF2-40B4-BE49-F238E27FC236}">
                <a16:creationId xmlns:a16="http://schemas.microsoft.com/office/drawing/2014/main" id="{322F7ECD-1942-42EE-B5E0-FC1E0206BFFD}"/>
              </a:ext>
            </a:extLst>
          </p:cNvPr>
          <p:cNvSpPr/>
          <p:nvPr userDrawn="1"/>
        </p:nvSpPr>
        <p:spPr>
          <a:xfrm flipH="1">
            <a:off x="2386318" y="2962784"/>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4" name="Freeform: Shape 55">
            <a:extLst>
              <a:ext uri="{FF2B5EF4-FFF2-40B4-BE49-F238E27FC236}">
                <a16:creationId xmlns:a16="http://schemas.microsoft.com/office/drawing/2014/main" id="{2465D6BD-72DA-4C13-97C2-7CF8D7F2F0C4}"/>
              </a:ext>
            </a:extLst>
          </p:cNvPr>
          <p:cNvSpPr/>
          <p:nvPr userDrawn="1"/>
        </p:nvSpPr>
        <p:spPr>
          <a:xfrm flipH="1">
            <a:off x="1190302" y="3612210"/>
            <a:ext cx="204312" cy="23646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85" name="Content placeholder 47" descr="Click icon to add picture">
            <a:extLst>
              <a:ext uri="{FF2B5EF4-FFF2-40B4-BE49-F238E27FC236}">
                <a16:creationId xmlns:a16="http://schemas.microsoft.com/office/drawing/2014/main" id="{E7C6BEEA-1766-44A1-A28D-2E817DBF2267}"/>
              </a:ext>
            </a:extLst>
          </p:cNvPr>
          <p:cNvSpPr>
            <a:spLocks noGrp="1"/>
          </p:cNvSpPr>
          <p:nvPr>
            <p:ph type="body" sz="quarter" idx="27" hasCustomPrompt="1"/>
          </p:nvPr>
        </p:nvSpPr>
        <p:spPr>
          <a:xfrm>
            <a:off x="1507136" y="386500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6" name="Content placeholder 47">
            <a:extLst>
              <a:ext uri="{FF2B5EF4-FFF2-40B4-BE49-F238E27FC236}">
                <a16:creationId xmlns:a16="http://schemas.microsoft.com/office/drawing/2014/main" id="{597D4D7A-8D7E-492C-8795-D491CF53B5FA}"/>
              </a:ext>
            </a:extLst>
          </p:cNvPr>
          <p:cNvSpPr>
            <a:spLocks noGrp="1"/>
          </p:cNvSpPr>
          <p:nvPr>
            <p:ph type="body" sz="quarter" idx="28" hasCustomPrompt="1"/>
          </p:nvPr>
        </p:nvSpPr>
        <p:spPr>
          <a:xfrm>
            <a:off x="1507136" y="444707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7" name="Content placeholder 47" descr="Click icon to add picture">
            <a:extLst>
              <a:ext uri="{FF2B5EF4-FFF2-40B4-BE49-F238E27FC236}">
                <a16:creationId xmlns:a16="http://schemas.microsoft.com/office/drawing/2014/main" id="{A7396594-2DE7-4DB9-B6B4-92F63F06EFCF}"/>
              </a:ext>
            </a:extLst>
          </p:cNvPr>
          <p:cNvSpPr>
            <a:spLocks noGrp="1"/>
          </p:cNvSpPr>
          <p:nvPr>
            <p:ph type="body" sz="quarter" idx="38" hasCustomPrompt="1"/>
          </p:nvPr>
        </p:nvSpPr>
        <p:spPr>
          <a:xfrm>
            <a:off x="3889942"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88" name="Content placeholder 47">
            <a:extLst>
              <a:ext uri="{FF2B5EF4-FFF2-40B4-BE49-F238E27FC236}">
                <a16:creationId xmlns:a16="http://schemas.microsoft.com/office/drawing/2014/main" id="{CC680CF7-ED60-4FFF-B04E-B24ECDDD3512}"/>
              </a:ext>
            </a:extLst>
          </p:cNvPr>
          <p:cNvSpPr>
            <a:spLocks noGrp="1"/>
          </p:cNvSpPr>
          <p:nvPr>
            <p:ph type="body" sz="quarter" idx="39" hasCustomPrompt="1"/>
          </p:nvPr>
        </p:nvSpPr>
        <p:spPr>
          <a:xfrm>
            <a:off x="3889942" y="2937719"/>
            <a:ext cx="1877575" cy="506399"/>
          </a:xfrm>
          <a:prstGeom prst="rect">
            <a:avLst/>
          </a:prstGeom>
        </p:spPr>
        <p:txBody>
          <a:bodyPr>
            <a:noAutofit/>
          </a:bodyPr>
          <a:lstStyle>
            <a:lvl1pPr marL="0" indent="0" algn="ctr">
              <a:lnSpc>
                <a:spcPct val="90000"/>
              </a:lnSpc>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89" name="Content placeholder 47" descr="Click icon to add picture">
            <a:extLst>
              <a:ext uri="{FF2B5EF4-FFF2-40B4-BE49-F238E27FC236}">
                <a16:creationId xmlns:a16="http://schemas.microsoft.com/office/drawing/2014/main" id="{042E6E66-3835-45DF-80D9-C4AFDF3401FF}"/>
              </a:ext>
            </a:extLst>
          </p:cNvPr>
          <p:cNvSpPr>
            <a:spLocks noGrp="1"/>
          </p:cNvSpPr>
          <p:nvPr>
            <p:ph type="body" sz="quarter" idx="40" hasCustomPrompt="1"/>
          </p:nvPr>
        </p:nvSpPr>
        <p:spPr>
          <a:xfrm>
            <a:off x="5107230"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0" name="Content placeholder 47">
            <a:extLst>
              <a:ext uri="{FF2B5EF4-FFF2-40B4-BE49-F238E27FC236}">
                <a16:creationId xmlns:a16="http://schemas.microsoft.com/office/drawing/2014/main" id="{A6E85C70-1784-4A0C-8897-EDE98D39BC01}"/>
              </a:ext>
            </a:extLst>
          </p:cNvPr>
          <p:cNvSpPr>
            <a:spLocks noGrp="1"/>
          </p:cNvSpPr>
          <p:nvPr>
            <p:ph type="body" sz="quarter" idx="41" hasCustomPrompt="1"/>
          </p:nvPr>
        </p:nvSpPr>
        <p:spPr>
          <a:xfrm>
            <a:off x="5107230"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1" name="Content placeholder 47" descr="Click icon to add picture">
            <a:extLst>
              <a:ext uri="{FF2B5EF4-FFF2-40B4-BE49-F238E27FC236}">
                <a16:creationId xmlns:a16="http://schemas.microsoft.com/office/drawing/2014/main" id="{4CD55BC2-05D0-49CB-B0A5-C96ACB411B57}"/>
              </a:ext>
            </a:extLst>
          </p:cNvPr>
          <p:cNvSpPr>
            <a:spLocks noGrp="1"/>
          </p:cNvSpPr>
          <p:nvPr>
            <p:ph type="body" sz="quarter" idx="42" hasCustomPrompt="1"/>
          </p:nvPr>
        </p:nvSpPr>
        <p:spPr>
          <a:xfrm>
            <a:off x="7501941" y="4469081"/>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2" name="Content placeholder 47">
            <a:extLst>
              <a:ext uri="{FF2B5EF4-FFF2-40B4-BE49-F238E27FC236}">
                <a16:creationId xmlns:a16="http://schemas.microsoft.com/office/drawing/2014/main" id="{49DB7120-2F2C-4F89-AA8C-ABC4F3FF25F3}"/>
              </a:ext>
            </a:extLst>
          </p:cNvPr>
          <p:cNvSpPr>
            <a:spLocks noGrp="1"/>
          </p:cNvSpPr>
          <p:nvPr>
            <p:ph type="body" sz="quarter" idx="43" hasCustomPrompt="1"/>
          </p:nvPr>
        </p:nvSpPr>
        <p:spPr>
          <a:xfrm>
            <a:off x="7501941" y="5051157"/>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93" name="Content placeholder 47" descr="Click icon to add picture">
            <a:extLst>
              <a:ext uri="{FF2B5EF4-FFF2-40B4-BE49-F238E27FC236}">
                <a16:creationId xmlns:a16="http://schemas.microsoft.com/office/drawing/2014/main" id="{AEB1F7BA-7D83-4C23-A72B-82DF9377E9C3}"/>
              </a:ext>
            </a:extLst>
          </p:cNvPr>
          <p:cNvSpPr>
            <a:spLocks noGrp="1"/>
          </p:cNvSpPr>
          <p:nvPr>
            <p:ph type="body" sz="quarter" idx="44" hasCustomPrompt="1"/>
          </p:nvPr>
        </p:nvSpPr>
        <p:spPr>
          <a:xfrm>
            <a:off x="8734718" y="2355643"/>
            <a:ext cx="1877575" cy="506399"/>
          </a:xfrm>
          <a:prstGeom prst="rect">
            <a:avLst/>
          </a:prstGeom>
        </p:spPr>
        <p:txBody>
          <a:bodyPr anchor="b">
            <a:noAutofit/>
          </a:bodyPr>
          <a:lstStyle>
            <a:lvl1pPr marL="0" indent="0" algn="ctr">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94" name="Content placeholder 47">
            <a:extLst>
              <a:ext uri="{FF2B5EF4-FFF2-40B4-BE49-F238E27FC236}">
                <a16:creationId xmlns:a16="http://schemas.microsoft.com/office/drawing/2014/main" id="{7C32F3EB-1AC3-40E9-B66D-ADB19CC74F0F}"/>
              </a:ext>
            </a:extLst>
          </p:cNvPr>
          <p:cNvSpPr>
            <a:spLocks noGrp="1"/>
          </p:cNvSpPr>
          <p:nvPr>
            <p:ph type="body" sz="quarter" idx="45" hasCustomPrompt="1"/>
          </p:nvPr>
        </p:nvSpPr>
        <p:spPr>
          <a:xfrm>
            <a:off x="8734718" y="2937719"/>
            <a:ext cx="1877575" cy="506399"/>
          </a:xfrm>
          <a:prstGeom prst="rect">
            <a:avLst/>
          </a:prstGeom>
        </p:spPr>
        <p:txBody>
          <a:bodyPr>
            <a:noAutofit/>
          </a:bodyPr>
          <a:lstStyle>
            <a:lvl1pPr marL="0" indent="0" algn="ctr">
              <a:lnSpc>
                <a:spcPct val="90000"/>
              </a:lnSpc>
              <a:spcBef>
                <a:spcPts val="0"/>
              </a:spcBef>
              <a:buNone/>
              <a:defRPr lang="en-US" altLang="zh-CN" sz="1400" b="0" kern="1200" dirty="0">
                <a:solidFill>
                  <a:schemeClr val="accent6"/>
                </a:solidFill>
                <a:latin typeface="+mn-lt"/>
                <a:ea typeface="+mj-ea"/>
                <a:cs typeface="+mn-cs"/>
              </a:defRPr>
            </a:lvl1pPr>
            <a:lvl2pPr>
              <a:defRPr sz="1000"/>
            </a:lvl2pPr>
            <a:lvl3pPr>
              <a:defRPr sz="900"/>
            </a:lvl3pPr>
            <a:lvl4pPr>
              <a:defRPr sz="800"/>
            </a:lvl4pPr>
            <a:lvl5pPr>
              <a:defRPr sz="800"/>
            </a:lvl5pPr>
          </a:lstStyle>
          <a:p>
            <a:pPr marL="0" lvl="0" indent="0" algn="ctr" defTabSz="914400" rtl="0" eaLnBrk="1" latinLnBrk="0" hangingPunct="1">
              <a:lnSpc>
                <a:spcPct val="100000"/>
              </a:lnSpc>
              <a:spcBef>
                <a:spcPts val="1000"/>
              </a:spcBef>
              <a:buFont typeface="Arial" panose="020B0604020202020204" pitchFamily="34" charset="0"/>
              <a:buNone/>
            </a:pPr>
            <a:r>
              <a:rPr lang="en-US" altLang="zh-CN" dirty="0"/>
              <a:t>Click to edit Master text styles </a:t>
            </a:r>
          </a:p>
        </p:txBody>
      </p:sp>
      <p:sp>
        <p:nvSpPr>
          <p:cNvPr id="2" name="Title 1">
            <a:extLst>
              <a:ext uri="{FF2B5EF4-FFF2-40B4-BE49-F238E27FC236}">
                <a16:creationId xmlns:a16="http://schemas.microsoft.com/office/drawing/2014/main" id="{667E7569-B8BF-39D0-D742-EF98B83E4E1D}"/>
              </a:ext>
            </a:extLst>
          </p:cNvPr>
          <p:cNvSpPr>
            <a:spLocks noGrp="1"/>
          </p:cNvSpPr>
          <p:nvPr>
            <p:ph type="title"/>
          </p:nvPr>
        </p:nvSpPr>
        <p:spPr>
          <a:xfrm>
            <a:off x="578914" y="726705"/>
            <a:ext cx="10515600" cy="1205058"/>
          </a:xfrm>
        </p:spPr>
        <p:txBody>
          <a:bodyPr anchor="t">
            <a:noAutofit/>
          </a:bodyPr>
          <a:lstStyle>
            <a:lvl1pPr algn="l">
              <a:defRPr>
                <a:solidFill>
                  <a:schemeClr val="accent6"/>
                </a:solidFill>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9FC159C7-D006-5B5F-1FEA-689C432B8C8C}"/>
              </a:ext>
            </a:extLst>
          </p:cNvPr>
          <p:cNvSpPr>
            <a:spLocks noGrp="1"/>
          </p:cNvSpPr>
          <p:nvPr>
            <p:ph type="ftr" sz="quarter" idx="46"/>
          </p:nvPr>
        </p:nvSpPr>
        <p:spPr/>
        <p:txBody>
          <a:bodyPr>
            <a:noAutofit/>
          </a:bodyPr>
          <a:lstStyle>
            <a:lvl1pPr>
              <a:defRPr>
                <a:solidFill>
                  <a:schemeClr val="accent6"/>
                </a:solidFill>
              </a:defRPr>
            </a:lvl1pPr>
          </a:lstStyle>
          <a:p>
            <a:r>
              <a:rPr lang="en-US"/>
              <a:t>Presentation title</a:t>
            </a:r>
            <a:endParaRPr lang="en-US" dirty="0"/>
          </a:p>
        </p:txBody>
      </p:sp>
      <p:sp>
        <p:nvSpPr>
          <p:cNvPr id="4" name="Slide Number Placeholder 3">
            <a:extLst>
              <a:ext uri="{FF2B5EF4-FFF2-40B4-BE49-F238E27FC236}">
                <a16:creationId xmlns:a16="http://schemas.microsoft.com/office/drawing/2014/main" id="{4F0EBABD-E264-2C96-1139-289A712F35B7}"/>
              </a:ext>
            </a:extLst>
          </p:cNvPr>
          <p:cNvSpPr>
            <a:spLocks noGrp="1"/>
          </p:cNvSpPr>
          <p:nvPr>
            <p:ph type="sldNum" sz="quarter" idx="47"/>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590880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Freeform: Shape 19">
            <a:extLst>
              <a:ext uri="{FF2B5EF4-FFF2-40B4-BE49-F238E27FC236}">
                <a16:creationId xmlns:a16="http://schemas.microsoft.com/office/drawing/2014/main" id="{F38B75F8-75D4-4B41-B7C7-433032DD0A6F}"/>
              </a:ext>
            </a:extLst>
          </p:cNvPr>
          <p:cNvSpPr/>
          <p:nvPr userDrawn="1"/>
        </p:nvSpPr>
        <p:spPr>
          <a:xfrm flipH="1">
            <a:off x="769290" y="491100"/>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8" name="Freeform: Shape 24">
            <a:extLst>
              <a:ext uri="{FF2B5EF4-FFF2-40B4-BE49-F238E27FC236}">
                <a16:creationId xmlns:a16="http://schemas.microsoft.com/office/drawing/2014/main" id="{671D1224-EDDC-4900-92DC-13608D44C524}"/>
              </a:ext>
            </a:extLst>
          </p:cNvPr>
          <p:cNvSpPr/>
          <p:nvPr userDrawn="1"/>
        </p:nvSpPr>
        <p:spPr>
          <a:xfrm flipH="1">
            <a:off x="783145"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Freeform 14">
            <a:extLst>
              <a:ext uri="{FF2B5EF4-FFF2-40B4-BE49-F238E27FC236}">
                <a16:creationId xmlns:a16="http://schemas.microsoft.com/office/drawing/2014/main" id="{635A9E44-4E60-1AD1-0B85-72422683B48A}"/>
              </a:ext>
            </a:extLst>
          </p:cNvPr>
          <p:cNvSpPr/>
          <p:nvPr userDrawn="1"/>
        </p:nvSpPr>
        <p:spPr>
          <a:xfrm flipH="1">
            <a:off x="0" y="3709992"/>
            <a:ext cx="115794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1" name="Subtitle 47" descr="Click icon to add picture">
            <a:extLst>
              <a:ext uri="{FF2B5EF4-FFF2-40B4-BE49-F238E27FC236}">
                <a16:creationId xmlns:a16="http://schemas.microsoft.com/office/drawing/2014/main" id="{0C7786BA-5E56-47AA-AE47-4EC07A0D4FA1}"/>
              </a:ext>
            </a:extLst>
          </p:cNvPr>
          <p:cNvSpPr>
            <a:spLocks noGrp="1"/>
          </p:cNvSpPr>
          <p:nvPr>
            <p:ph type="body" sz="quarter" idx="27" hasCustomPrompt="1"/>
          </p:nvPr>
        </p:nvSpPr>
        <p:spPr>
          <a:xfrm>
            <a:off x="4550705"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80214CF-87DD-476A-9B2E-A58DB313A61A}"/>
              </a:ext>
            </a:extLst>
          </p:cNvPr>
          <p:cNvSpPr>
            <a:spLocks noGrp="1"/>
          </p:cNvSpPr>
          <p:nvPr>
            <p:ph type="body" sz="quarter" idx="28" hasCustomPrompt="1"/>
          </p:nvPr>
        </p:nvSpPr>
        <p:spPr>
          <a:xfrm>
            <a:off x="4550705"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37" name="Picture placeholder">
            <a:extLst>
              <a:ext uri="{FF2B5EF4-FFF2-40B4-BE49-F238E27FC236}">
                <a16:creationId xmlns:a16="http://schemas.microsoft.com/office/drawing/2014/main" id="{264CF63C-079E-41AA-AA9A-762A765E699F}"/>
              </a:ext>
            </a:extLst>
          </p:cNvPr>
          <p:cNvSpPr>
            <a:spLocks noGrp="1"/>
          </p:cNvSpPr>
          <p:nvPr>
            <p:ph type="pic" sz="quarter" idx="51"/>
          </p:nvPr>
        </p:nvSpPr>
        <p:spPr>
          <a:xfrm>
            <a:off x="1788170" y="2296125"/>
            <a:ext cx="1886360" cy="214466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bg1">
              <a:lumMod val="95000"/>
            </a:schemeClr>
          </a:solidFill>
        </p:spPr>
        <p:txBody>
          <a:bodyPr anchor="ctr">
            <a:noAutofit/>
          </a:bodyPr>
          <a:lstStyle>
            <a:lvl1pPr marL="0" indent="0" algn="ctr">
              <a:buNone/>
              <a:defRPr sz="1000">
                <a:solidFill>
                  <a:schemeClr val="accent6"/>
                </a:solidFill>
              </a:defRPr>
            </a:lvl1pPr>
          </a:lstStyle>
          <a:p>
            <a:r>
              <a:rPr lang="en-US" altLang="zh-CN"/>
              <a:t>Click icon to add picture</a:t>
            </a:r>
            <a:endParaRPr lang="zh-CN" altLang="en-US"/>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4550704" y="1690878"/>
            <a:ext cx="6599429"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18" name="Subtitle 47" descr="Click icon to add picture">
            <a:extLst>
              <a:ext uri="{FF2B5EF4-FFF2-40B4-BE49-F238E27FC236}">
                <a16:creationId xmlns:a16="http://schemas.microsoft.com/office/drawing/2014/main" id="{3C2C4001-E56F-4174-01AA-4630360BFF48}"/>
              </a:ext>
            </a:extLst>
          </p:cNvPr>
          <p:cNvSpPr>
            <a:spLocks noGrp="1"/>
          </p:cNvSpPr>
          <p:nvPr>
            <p:ph type="body" sz="quarter" idx="52" hasCustomPrompt="1"/>
          </p:nvPr>
        </p:nvSpPr>
        <p:spPr>
          <a:xfrm>
            <a:off x="7811506" y="3625598"/>
            <a:ext cx="2653545" cy="587964"/>
          </a:xfrm>
          <a:prstGeom prst="rect">
            <a:avLst/>
          </a:prstGeom>
        </p:spPr>
        <p:txBody>
          <a:bodyPr anchor="b">
            <a:noAutofit/>
          </a:bodyPr>
          <a:lstStyle>
            <a:lvl1pPr marL="0" indent="0" algn="l">
              <a:lnSpc>
                <a:spcPct val="100000"/>
              </a:lnSpc>
              <a:buNone/>
              <a:defRPr sz="1800" b="1">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02DFC856-C546-62E9-220F-7A668D349056}"/>
              </a:ext>
            </a:extLst>
          </p:cNvPr>
          <p:cNvSpPr>
            <a:spLocks noGrp="1"/>
          </p:cNvSpPr>
          <p:nvPr>
            <p:ph type="body" sz="quarter" idx="53" hasCustomPrompt="1"/>
          </p:nvPr>
        </p:nvSpPr>
        <p:spPr>
          <a:xfrm>
            <a:off x="7811506" y="4246516"/>
            <a:ext cx="2653545" cy="1727103"/>
          </a:xfrm>
          <a:prstGeom prst="rect">
            <a:avLst/>
          </a:prstGeom>
        </p:spPr>
        <p:txBody>
          <a:bodyPr>
            <a:noAutofit/>
          </a:bodyPr>
          <a:lstStyle>
            <a:lvl1pPr marL="0" indent="0" algn="l">
              <a:lnSpc>
                <a:spcPct val="100000"/>
              </a:lnSpc>
              <a:spcBef>
                <a:spcPts val="0"/>
              </a:spcBef>
              <a:buNone/>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613646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F946AB17-3782-8412-C51A-DE10A0637453}"/>
              </a:ext>
            </a:extLst>
          </p:cNvPr>
          <p:cNvSpPr/>
          <p:nvPr userDrawn="1"/>
        </p:nvSpPr>
        <p:spPr>
          <a:xfrm>
            <a:off x="0" y="2860787"/>
            <a:ext cx="2361029" cy="3676532"/>
          </a:xfrm>
          <a:custGeom>
            <a:avLst/>
            <a:gdLst>
              <a:gd name="connsiteX0" fmla="*/ 773997 w 2361029"/>
              <a:gd name="connsiteY0" fmla="*/ 0 h 3676532"/>
              <a:gd name="connsiteX1" fmla="*/ 2361029 w 2361029"/>
              <a:gd name="connsiteY1" fmla="*/ 925683 h 3676532"/>
              <a:gd name="connsiteX2" fmla="*/ 2361029 w 2361029"/>
              <a:gd name="connsiteY2" fmla="*/ 2763949 h 3676532"/>
              <a:gd name="connsiteX3" fmla="*/ 769661 w 2361029"/>
              <a:gd name="connsiteY3" fmla="*/ 3676532 h 3676532"/>
              <a:gd name="connsiteX4" fmla="*/ 0 w 2361029"/>
              <a:gd name="connsiteY4" fmla="*/ 3234717 h 3676532"/>
              <a:gd name="connsiteX5" fmla="*/ 0 w 2361029"/>
              <a:gd name="connsiteY5" fmla="*/ 44688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61029" h="3676532">
                <a:moveTo>
                  <a:pt x="773997" y="0"/>
                </a:moveTo>
                <a:lnTo>
                  <a:pt x="2361029" y="925683"/>
                </a:lnTo>
                <a:lnTo>
                  <a:pt x="2361029" y="2763949"/>
                </a:lnTo>
                <a:lnTo>
                  <a:pt x="769661" y="3676532"/>
                </a:lnTo>
                <a:lnTo>
                  <a:pt x="0" y="3234717"/>
                </a:lnTo>
                <a:lnTo>
                  <a:pt x="0" y="446885"/>
                </a:ln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1014233" y="5253270"/>
            <a:ext cx="1710765" cy="1593273"/>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2" name="Content Placeholder 47" descr="Click icon to add picture">
            <a:extLst>
              <a:ext uri="{FF2B5EF4-FFF2-40B4-BE49-F238E27FC236}">
                <a16:creationId xmlns:a16="http://schemas.microsoft.com/office/drawing/2014/main" id="{95ADF367-2619-4E00-AB82-8FFF41D0E5C2}"/>
              </a:ext>
            </a:extLst>
          </p:cNvPr>
          <p:cNvSpPr>
            <a:spLocks noGrp="1"/>
          </p:cNvSpPr>
          <p:nvPr>
            <p:ph type="body" sz="quarter" idx="27" hasCustomPrompt="1"/>
          </p:nvPr>
        </p:nvSpPr>
        <p:spPr>
          <a:xfrm>
            <a:off x="5271609" y="1025236"/>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3" name="Content Placeholder 47">
            <a:extLst>
              <a:ext uri="{FF2B5EF4-FFF2-40B4-BE49-F238E27FC236}">
                <a16:creationId xmlns:a16="http://schemas.microsoft.com/office/drawing/2014/main" id="{8CEB04CE-793E-47B4-8D80-9B82864F2CDF}"/>
              </a:ext>
            </a:extLst>
          </p:cNvPr>
          <p:cNvSpPr>
            <a:spLocks noGrp="1"/>
          </p:cNvSpPr>
          <p:nvPr>
            <p:ph type="body" sz="quarter" idx="28" hasCustomPrompt="1"/>
          </p:nvPr>
        </p:nvSpPr>
        <p:spPr>
          <a:xfrm>
            <a:off x="5271608" y="1469069"/>
            <a:ext cx="5162709" cy="1506166"/>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4" name="Content Placeholder 47" descr="Click icon to add picture">
            <a:extLst>
              <a:ext uri="{FF2B5EF4-FFF2-40B4-BE49-F238E27FC236}">
                <a16:creationId xmlns:a16="http://schemas.microsoft.com/office/drawing/2014/main" id="{067BF8FD-2643-4122-BE3E-63F413244ECB}"/>
              </a:ext>
            </a:extLst>
          </p:cNvPr>
          <p:cNvSpPr>
            <a:spLocks noGrp="1"/>
          </p:cNvSpPr>
          <p:nvPr>
            <p:ph type="body" sz="quarter" idx="29" hasCustomPrompt="1"/>
          </p:nvPr>
        </p:nvSpPr>
        <p:spPr>
          <a:xfrm>
            <a:off x="5271609" y="2984685"/>
            <a:ext cx="5162709" cy="420683"/>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6" name="Content Placeholder 47" descr="Click icon to add picture">
            <a:extLst>
              <a:ext uri="{FF2B5EF4-FFF2-40B4-BE49-F238E27FC236}">
                <a16:creationId xmlns:a16="http://schemas.microsoft.com/office/drawing/2014/main" id="{02260D10-FEA1-48A7-B544-FAEEAECF5DE2}"/>
              </a:ext>
            </a:extLst>
          </p:cNvPr>
          <p:cNvSpPr>
            <a:spLocks noGrp="1"/>
          </p:cNvSpPr>
          <p:nvPr>
            <p:ph type="body" sz="quarter" idx="31" hasCustomPrompt="1"/>
          </p:nvPr>
        </p:nvSpPr>
        <p:spPr>
          <a:xfrm>
            <a:off x="5271607" y="4597473"/>
            <a:ext cx="5162709" cy="421399"/>
          </a:xfrm>
          <a:prstGeom prst="rect">
            <a:avLst/>
          </a:prstGeom>
        </p:spPr>
        <p:txBody>
          <a:bodyPr anchor="b">
            <a:noAutofit/>
          </a:bodyPr>
          <a:lstStyle>
            <a:lvl1pPr marL="0" indent="0" algn="l">
              <a:lnSpc>
                <a:spcPct val="100000"/>
              </a:lnSpc>
              <a:buNone/>
              <a:defRPr sz="1800" b="1" i="0">
                <a:solidFill>
                  <a:schemeClr val="accent6"/>
                </a:solidFill>
                <a:latin typeface="+mn-lt"/>
                <a:cs typeface="Posterama" panose="020B0504020200020000" pitchFamily="34" charset="0"/>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0" name="Content Placeholder 47">
            <a:extLst>
              <a:ext uri="{FF2B5EF4-FFF2-40B4-BE49-F238E27FC236}">
                <a16:creationId xmlns:a16="http://schemas.microsoft.com/office/drawing/2014/main" id="{64584B30-8BCF-4D75-8A6C-FD82347CC7B6}"/>
              </a:ext>
            </a:extLst>
          </p:cNvPr>
          <p:cNvSpPr>
            <a:spLocks noGrp="1"/>
          </p:cNvSpPr>
          <p:nvPr>
            <p:ph type="body" sz="quarter" idx="34" hasCustomPrompt="1"/>
          </p:nvPr>
        </p:nvSpPr>
        <p:spPr>
          <a:xfrm>
            <a:off x="5271608" y="3419684"/>
            <a:ext cx="5162709" cy="1177789"/>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8" name="Content Placeholder 47">
            <a:extLst>
              <a:ext uri="{FF2B5EF4-FFF2-40B4-BE49-F238E27FC236}">
                <a16:creationId xmlns:a16="http://schemas.microsoft.com/office/drawing/2014/main" id="{A4A25056-27FA-4039-ACFA-6624F778712A}"/>
              </a:ext>
            </a:extLst>
          </p:cNvPr>
          <p:cNvSpPr>
            <a:spLocks noGrp="1"/>
          </p:cNvSpPr>
          <p:nvPr>
            <p:ph type="body" sz="quarter" idx="35" hasCustomPrompt="1"/>
          </p:nvPr>
        </p:nvSpPr>
        <p:spPr>
          <a:xfrm>
            <a:off x="5271608" y="5041922"/>
            <a:ext cx="5162709" cy="1635938"/>
          </a:xfrm>
          <a:prstGeom prst="rect">
            <a:avLst/>
          </a:prstGeom>
        </p:spPr>
        <p:txBody>
          <a:bodyPr>
            <a:noAutofit/>
          </a:bodyPr>
          <a:lstStyle>
            <a:lvl1pPr marL="228600" indent="-228600" algn="l">
              <a:lnSpc>
                <a:spcPct val="100000"/>
              </a:lnSpc>
              <a:spcBef>
                <a:spcPts val="0"/>
              </a:spcBef>
              <a:spcAft>
                <a:spcPts val="600"/>
              </a:spcAft>
              <a:buFont typeface="Arial" panose="020B0604020202020204" pitchFamily="34" charset="0"/>
              <a:buChar char="•"/>
              <a:defRPr sz="14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631891"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502665" y="707105"/>
            <a:ext cx="3994173" cy="2277580"/>
          </a:xfrm>
        </p:spPr>
        <p:txBody>
          <a:bodyPr anchor="t">
            <a:noAutofit/>
          </a:bodyPr>
          <a:lstStyle>
            <a:lvl1pPr>
              <a:defRPr>
                <a:solidFill>
                  <a:schemeClr val="accent6"/>
                </a:solidFill>
              </a:defRPr>
            </a:lvl1pPr>
          </a:lstStyle>
          <a:p>
            <a:r>
              <a:rPr lang="en-US"/>
              <a:t>Click to edit Master title style</a:t>
            </a:r>
            <a:endParaRPr lang="en-US" dirty="0"/>
          </a:p>
        </p:txBody>
      </p:sp>
      <p:sp>
        <p:nvSpPr>
          <p:cNvPr id="18" name="Picture Placeholder 2">
            <a:extLst>
              <a:ext uri="{FF2B5EF4-FFF2-40B4-BE49-F238E27FC236}">
                <a16:creationId xmlns:a16="http://schemas.microsoft.com/office/drawing/2014/main" id="{E53E8C9F-CD73-30CD-1F24-20F2E6149D58}"/>
              </a:ext>
            </a:extLst>
          </p:cNvPr>
          <p:cNvSpPr>
            <a:spLocks noGrp="1"/>
          </p:cNvSpPr>
          <p:nvPr>
            <p:ph type="pic" sz="quarter" idx="36"/>
          </p:nvPr>
        </p:nvSpPr>
        <p:spPr>
          <a:xfrm>
            <a:off x="4734172" y="1141669"/>
            <a:ext cx="507778"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19" name="Picture Placeholder 2">
            <a:extLst>
              <a:ext uri="{FF2B5EF4-FFF2-40B4-BE49-F238E27FC236}">
                <a16:creationId xmlns:a16="http://schemas.microsoft.com/office/drawing/2014/main" id="{CE61E189-349E-0076-EA43-7BCB6E24CE86}"/>
              </a:ext>
            </a:extLst>
          </p:cNvPr>
          <p:cNvSpPr>
            <a:spLocks noGrp="1"/>
          </p:cNvSpPr>
          <p:nvPr>
            <p:ph type="pic" sz="quarter" idx="37"/>
          </p:nvPr>
        </p:nvSpPr>
        <p:spPr>
          <a:xfrm>
            <a:off x="4724705" y="3105650"/>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21" name="Picture Placeholder 2">
            <a:extLst>
              <a:ext uri="{FF2B5EF4-FFF2-40B4-BE49-F238E27FC236}">
                <a16:creationId xmlns:a16="http://schemas.microsoft.com/office/drawing/2014/main" id="{68B04572-5D47-C3DF-CDEA-15EC646EA8FE}"/>
              </a:ext>
            </a:extLst>
          </p:cNvPr>
          <p:cNvSpPr>
            <a:spLocks noGrp="1"/>
          </p:cNvSpPr>
          <p:nvPr>
            <p:ph type="pic" sz="quarter" idx="38"/>
          </p:nvPr>
        </p:nvSpPr>
        <p:spPr>
          <a:xfrm>
            <a:off x="4714069" y="4716041"/>
            <a:ext cx="536270" cy="565882"/>
          </a:xfrm>
        </p:spPr>
        <p:txBody>
          <a:bodyPr lIns="0" rIns="0"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sz="800">
                <a:solidFill>
                  <a:schemeClr val="accent6"/>
                </a:solidFill>
                <a:latin typeface="Abadi" panose="020B0604020104020204" pitchFamily="34" charset="0"/>
              </a:defRPr>
            </a:lvl1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zh-CN"/>
              <a:t>Click icon to add picture</a:t>
            </a:r>
            <a:endParaRPr lang="en-US"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26621137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8" name="Content Placeholder 47">
            <a:extLst>
              <a:ext uri="{FF2B5EF4-FFF2-40B4-BE49-F238E27FC236}">
                <a16:creationId xmlns:a16="http://schemas.microsoft.com/office/drawing/2014/main" id="{3EDD8D3E-653B-4A9E-9868-3B013A65FE9F}"/>
              </a:ext>
            </a:extLst>
          </p:cNvPr>
          <p:cNvSpPr>
            <a:spLocks noGrp="1"/>
          </p:cNvSpPr>
          <p:nvPr>
            <p:ph type="pic" sz="quarter" idx="48"/>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ln w="19050">
            <a:noFill/>
          </a:ln>
        </p:spPr>
        <p:txBody>
          <a:bodyPr anchor="ctr">
            <a:noAutofit/>
          </a:bodyPr>
          <a:lstStyle>
            <a:lvl1pPr marL="0" indent="0" algn="ctr">
              <a:buNone/>
              <a:defRPr>
                <a:solidFill>
                  <a:schemeClr val="accent6"/>
                </a:solidFill>
              </a:defRPr>
            </a:lvl1pPr>
          </a:lstStyle>
          <a:p>
            <a:r>
              <a:rPr lang="en-US" altLang="zh-CN"/>
              <a:t>Click icon to add picture</a:t>
            </a:r>
            <a:endParaRPr lang="zh-CN" altLang="en-US"/>
          </a:p>
        </p:txBody>
      </p:sp>
      <p:sp>
        <p:nvSpPr>
          <p:cNvPr id="18" name="Content Placeholder 47">
            <a:extLst>
              <a:ext uri="{FF2B5EF4-FFF2-40B4-BE49-F238E27FC236}">
                <a16:creationId xmlns:a16="http://schemas.microsoft.com/office/drawing/2014/main" id="{DD4E6A9F-7400-917B-6A6B-6BAB445E85FA}"/>
              </a:ext>
            </a:extLst>
          </p:cNvPr>
          <p:cNvSpPr>
            <a:spLocks noGrp="1"/>
          </p:cNvSpPr>
          <p:nvPr>
            <p:ph type="body" sz="quarter" idx="28" hasCustomPrompt="1"/>
          </p:nvPr>
        </p:nvSpPr>
        <p:spPr>
          <a:xfrm>
            <a:off x="517427" y="3253120"/>
            <a:ext cx="4959822" cy="2007158"/>
          </a:xfrm>
          <a:prstGeom prst="rect">
            <a:avLst/>
          </a:prstGeom>
        </p:spPr>
        <p:txBody>
          <a:bodyPr>
            <a:noAutofit/>
          </a:bodyPr>
          <a:lstStyle>
            <a:lvl1pPr marL="0" indent="0">
              <a:lnSpc>
                <a:spcPct val="100000"/>
              </a:lnSpc>
              <a:buNone/>
              <a:defRPr sz="1500" b="0">
                <a:solidFill>
                  <a:schemeClr val="accent6"/>
                </a:solidFill>
                <a:latin typeface="+mn-lt"/>
              </a:defRPr>
            </a:lvl1pPr>
            <a:lvl2pPr>
              <a:defRPr sz="1000"/>
            </a:lvl2pPr>
            <a:lvl3pPr>
              <a:defRPr sz="900"/>
            </a:lvl3pPr>
            <a:lvl4pPr>
              <a:defRPr sz="800"/>
            </a:lvl4pPr>
            <a:lvl5pPr>
              <a:defRPr sz="800"/>
            </a:lvl5pPr>
          </a:lstStyle>
          <a:p>
            <a:pPr lvl="0"/>
            <a:r>
              <a:rPr lang="en-US" altLang="zh-CN" dirty="0"/>
              <a:t>Click to edit Master text styles </a:t>
            </a:r>
          </a:p>
        </p:txBody>
      </p:sp>
      <p:sp>
        <p:nvSpPr>
          <p:cNvPr id="19" name="Freeform: Shape 25">
            <a:extLst>
              <a:ext uri="{FF2B5EF4-FFF2-40B4-BE49-F238E27FC236}">
                <a16:creationId xmlns:a16="http://schemas.microsoft.com/office/drawing/2014/main" id="{D7BBD3E8-D5DD-C21F-3792-4880373CCDCC}"/>
              </a:ext>
            </a:extLst>
          </p:cNvPr>
          <p:cNvSpPr/>
          <p:nvPr userDrawn="1"/>
        </p:nvSpPr>
        <p:spPr>
          <a:xfrm flipH="1">
            <a:off x="7400972" y="4508725"/>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20" name="Freeform: Shape 11">
            <a:extLst>
              <a:ext uri="{FF2B5EF4-FFF2-40B4-BE49-F238E27FC236}">
                <a16:creationId xmlns:a16="http://schemas.microsoft.com/office/drawing/2014/main" id="{FC461D80-0CAC-62E5-726A-63B48BEF3F25}"/>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6">
              <a:lumMod val="10000"/>
              <a:lumOff val="9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accent6"/>
              </a:solidFill>
              <a:effectLst/>
              <a:uLnTx/>
              <a:uFillTx/>
              <a:latin typeface="Posterama Text SemiBold"/>
              <a:ea typeface="+mn-ea"/>
              <a:cs typeface="+mn-cs"/>
            </a:endParaRPr>
          </a:p>
        </p:txBody>
      </p:sp>
      <p:sp>
        <p:nvSpPr>
          <p:cNvPr id="3" name="Title 2">
            <a:extLst>
              <a:ext uri="{FF2B5EF4-FFF2-40B4-BE49-F238E27FC236}">
                <a16:creationId xmlns:a16="http://schemas.microsoft.com/office/drawing/2014/main" id="{D4944167-AFE9-AE61-AF44-B9AEE24D17D8}"/>
              </a:ext>
            </a:extLst>
          </p:cNvPr>
          <p:cNvSpPr>
            <a:spLocks noGrp="1"/>
          </p:cNvSpPr>
          <p:nvPr>
            <p:ph type="title"/>
          </p:nvPr>
        </p:nvSpPr>
        <p:spPr>
          <a:xfrm>
            <a:off x="517427" y="2497488"/>
            <a:ext cx="9823998" cy="1325563"/>
          </a:xfrm>
        </p:spPr>
        <p:txBody>
          <a:bodyPr anchor="t">
            <a:noAutofit/>
          </a:bodyPr>
          <a:lstStyle>
            <a:lvl1pPr>
              <a:defRPr>
                <a:solidFill>
                  <a:schemeClr val="accent6"/>
                </a:solidFill>
              </a:defRPr>
            </a:lvl1pPr>
          </a:lstStyle>
          <a:p>
            <a:r>
              <a:rPr lang="en-US"/>
              <a:t>Click to edit Master title style</a:t>
            </a:r>
            <a:endParaRPr lang="en-US" dirty="0"/>
          </a:p>
        </p:txBody>
      </p:sp>
      <p:sp>
        <p:nvSpPr>
          <p:cNvPr id="2" name="Footer Placeholder 1">
            <a:extLst>
              <a:ext uri="{FF2B5EF4-FFF2-40B4-BE49-F238E27FC236}">
                <a16:creationId xmlns:a16="http://schemas.microsoft.com/office/drawing/2014/main" id="{47268D53-92DA-7335-4DAB-83485CAF3FE9}"/>
              </a:ext>
            </a:extLst>
          </p:cNvPr>
          <p:cNvSpPr>
            <a:spLocks noGrp="1"/>
          </p:cNvSpPr>
          <p:nvPr>
            <p:ph type="ftr" sz="quarter" idx="49"/>
          </p:nvPr>
        </p:nvSpPr>
        <p:spPr/>
        <p:txBody>
          <a:bodyPr>
            <a:noAutofit/>
          </a:bodyPr>
          <a:lstStyle>
            <a:lvl1pPr>
              <a:defRPr>
                <a:solidFill>
                  <a:schemeClr val="accent6"/>
                </a:solidFill>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9F9FCB16-3643-AB04-D20E-A14FFE07F67C}"/>
              </a:ext>
            </a:extLst>
          </p:cNvPr>
          <p:cNvSpPr>
            <a:spLocks noGrp="1"/>
          </p:cNvSpPr>
          <p:nvPr>
            <p:ph type="sldNum" sz="quarter" idx="50"/>
          </p:nvPr>
        </p:nvSpPr>
        <p:spPr/>
        <p:txBody>
          <a:bodyPr>
            <a:noAutofit/>
          </a:bodyPr>
          <a:lstStyle>
            <a:lvl1pPr>
              <a:defRPr>
                <a:solidFill>
                  <a:schemeClr val="accent6"/>
                </a:solidFill>
              </a:defRPr>
            </a:lvl1pPr>
          </a:lstStyle>
          <a:p>
            <a:fld id="{47FEACEE-25B4-4A2D-B147-27296E36371D}" type="slidenum">
              <a:rPr lang="en-US" altLang="zh-CN" smtClean="0"/>
              <a:pPr/>
              <a:t>‹#›</a:t>
            </a:fld>
            <a:endParaRPr lang="en-US" altLang="zh-CN" dirty="0"/>
          </a:p>
        </p:txBody>
      </p:sp>
    </p:spTree>
    <p:extLst>
      <p:ext uri="{BB962C8B-B14F-4D97-AF65-F5344CB8AC3E}">
        <p14:creationId xmlns:p14="http://schemas.microsoft.com/office/powerpoint/2010/main" val="32132766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solidFill>
            <a:schemeClr val="accent6">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accent6"/>
              </a:solidFill>
            </a:endParaRPr>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
        <p:nvSpPr>
          <p:cNvPr id="28" name="Content Placeholder 47">
            <a:extLst>
              <a:ext uri="{FF2B5EF4-FFF2-40B4-BE49-F238E27FC236}">
                <a16:creationId xmlns:a16="http://schemas.microsoft.com/office/drawing/2014/main" id="{073CD90F-1E45-47EC-B558-D5F638F5FE6F}"/>
              </a:ext>
            </a:extLst>
          </p:cNvPr>
          <p:cNvSpPr>
            <a:spLocks noGrp="1"/>
          </p:cNvSpPr>
          <p:nvPr>
            <p:ph type="pic" sz="quarter" idx="48"/>
          </p:nvPr>
        </p:nvSpPr>
        <p:spPr>
          <a:xfrm>
            <a:off x="2754948" y="250209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9" name="Content Placeholder 47">
            <a:extLst>
              <a:ext uri="{FF2B5EF4-FFF2-40B4-BE49-F238E27FC236}">
                <a16:creationId xmlns:a16="http://schemas.microsoft.com/office/drawing/2014/main" id="{9A501203-35D0-41A5-A2A4-9F05FAB495C4}"/>
              </a:ext>
            </a:extLst>
          </p:cNvPr>
          <p:cNvSpPr>
            <a:spLocks noGrp="1"/>
          </p:cNvSpPr>
          <p:nvPr>
            <p:ph type="pic" sz="quarter" idx="49"/>
          </p:nvPr>
        </p:nvSpPr>
        <p:spPr>
          <a:xfrm>
            <a:off x="391110" y="2493385"/>
            <a:ext cx="1465840" cy="1289394"/>
          </a:xfrm>
          <a:prstGeom prst="hexagon">
            <a:avLst>
              <a:gd name="adj" fmla="val 28349"/>
              <a:gd name="vf" fmla="val 115470"/>
            </a:avLst>
          </a:prstGeom>
          <a:ln>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0" name="Content Placeholder 47">
            <a:extLst>
              <a:ext uri="{FF2B5EF4-FFF2-40B4-BE49-F238E27FC236}">
                <a16:creationId xmlns:a16="http://schemas.microsoft.com/office/drawing/2014/main" id="{1FA62038-8BB7-45FD-896E-34738A5578BD}"/>
              </a:ext>
            </a:extLst>
          </p:cNvPr>
          <p:cNvSpPr>
            <a:spLocks noGrp="1"/>
          </p:cNvSpPr>
          <p:nvPr>
            <p:ph type="pic" sz="quarter" idx="50"/>
          </p:nvPr>
        </p:nvSpPr>
        <p:spPr>
          <a:xfrm>
            <a:off x="5151412" y="5238680"/>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31" name="Content Placeholder 47">
            <a:extLst>
              <a:ext uri="{FF2B5EF4-FFF2-40B4-BE49-F238E27FC236}">
                <a16:creationId xmlns:a16="http://schemas.microsoft.com/office/drawing/2014/main" id="{9A7E0EE6-5885-489B-81A9-65DBC0016938}"/>
              </a:ext>
            </a:extLst>
          </p:cNvPr>
          <p:cNvSpPr>
            <a:spLocks noGrp="1"/>
          </p:cNvSpPr>
          <p:nvPr>
            <p:ph type="pic" sz="quarter" idx="51"/>
          </p:nvPr>
        </p:nvSpPr>
        <p:spPr>
          <a:xfrm>
            <a:off x="3948599" y="3194928"/>
            <a:ext cx="1465840" cy="1289394"/>
          </a:xfrm>
          <a:prstGeom prst="hexagon">
            <a:avLst>
              <a:gd name="adj" fmla="val 28349"/>
              <a:gd name="vf" fmla="val 115470"/>
            </a:avLst>
          </a:prstGeom>
          <a:ln w="12700">
            <a:noFill/>
          </a:ln>
        </p:spPr>
        <p:txBody>
          <a:bodyPr>
            <a:noAutofit/>
          </a:bodyPr>
          <a:lstStyle>
            <a:lvl1pPr marL="0" indent="0" algn="l">
              <a:buFontTx/>
              <a:buNone/>
              <a:defRPr sz="1050">
                <a:solidFill>
                  <a:schemeClr val="accent6"/>
                </a:solidFill>
              </a:defRPr>
            </a:lvl1pPr>
          </a:lstStyle>
          <a:p>
            <a:r>
              <a:rPr lang="en-US" altLang="zh-CN"/>
              <a:t>Click icon to add picture</a:t>
            </a:r>
            <a:endParaRPr lang="en-US" altLang="zh-CN"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hasCustomPrompt="1"/>
          </p:nvPr>
        </p:nvSpPr>
        <p:spPr>
          <a:xfrm>
            <a:off x="6096000" y="3093990"/>
            <a:ext cx="3034145" cy="1879791"/>
          </a:xfrm>
          <a:prstGeom prst="rect">
            <a:avLst/>
          </a:prstGeom>
        </p:spPr>
        <p:txBody>
          <a:bodyPr anchor="t">
            <a:noAutofit/>
          </a:bodyPr>
          <a:lstStyle>
            <a:lvl1pPr marL="0" indent="0" algn="l">
              <a:lnSpc>
                <a:spcPct val="100000"/>
              </a:lnSpc>
              <a:buNone/>
              <a:defRPr sz="1800" b="0">
                <a:solidFill>
                  <a:schemeClr val="accent6"/>
                </a:solidFill>
              </a:defRPr>
            </a:lvl1pPr>
            <a:lvl2pPr>
              <a:defRPr sz="1000"/>
            </a:lvl2pPr>
            <a:lvl3pPr>
              <a:defRPr sz="900"/>
            </a:lvl3pPr>
            <a:lvl4pPr>
              <a:defRPr sz="800"/>
            </a:lvl4pPr>
            <a:lvl5pPr>
              <a:defRPr sz="800"/>
            </a:lvl5pPr>
          </a:lstStyle>
          <a:p>
            <a:pPr lvl="0"/>
            <a:r>
              <a:rPr lang="en-US" altLang="zh-CN" dirty="0"/>
              <a:t>Click to edit Master title style </a:t>
            </a:r>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96000" y="1703538"/>
            <a:ext cx="5055698" cy="1325563"/>
          </a:xfrm>
        </p:spPr>
        <p:txBody>
          <a:bodyPr anchor="b">
            <a:noAutofit/>
          </a:bodyPr>
          <a:lstStyle>
            <a:lvl1pPr>
              <a:defRPr>
                <a:solidFill>
                  <a:schemeClr val="accent6"/>
                </a:solidFill>
              </a:defRPr>
            </a:lvl1pPr>
          </a:lstStyle>
          <a:p>
            <a:r>
              <a:rPr lang="en-US"/>
              <a:t>Click to edit Master title style</a:t>
            </a:r>
            <a:endParaRPr lang="en-US"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accent6"/>
              </a:solidFill>
            </a:endParaRPr>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3">
            <a:alpha val="20000"/>
          </a:schemeClr>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accent6"/>
                </a:solidFill>
                <a:latin typeface="+mn-lt"/>
              </a:defRPr>
            </a:lvl1pPr>
          </a:lstStyle>
          <a:p>
            <a:fld id="{47FEACEE-25B4-4A2D-B147-27296E36371D}" type="slidenum">
              <a:rPr lang="en-US" altLang="zh-CN" smtClean="0"/>
              <a:pPr/>
              <a:t>‹#›</a:t>
            </a:fld>
            <a:endParaRPr lang="en-US" altLang="zh-CN"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484632" y="6217920"/>
            <a:ext cx="4114800" cy="365125"/>
          </a:xfrm>
          <a:prstGeom prst="rect">
            <a:avLst/>
          </a:prstGeom>
        </p:spPr>
        <p:txBody>
          <a:bodyPr vert="horz" lIns="91440" tIns="45720" rIns="91440" bIns="45720" rtlCol="0" anchor="ctr">
            <a:noAutofit/>
          </a:bodyPr>
          <a:lstStyle>
            <a:lvl1pPr algn="l">
              <a:defRPr sz="1200">
                <a:solidFill>
                  <a:schemeClr val="accent6"/>
                </a:solidFill>
                <a:latin typeface="+mn-lt"/>
              </a:defRPr>
            </a:lvl1pPr>
          </a:lstStyle>
          <a:p>
            <a:r>
              <a:rPr lang="en-US"/>
              <a:t>Presentation title</a:t>
            </a:r>
            <a:endParaRPr lang="en-US"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52"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8" r:id="rId11"/>
    <p:sldLayoutId id="2147483661" r:id="rId12"/>
    <p:sldLayoutId id="2147483662" r:id="rId13"/>
    <p:sldLayoutId id="2147483663" r:id="rId14"/>
    <p:sldLayoutId id="2147483664" r:id="rId15"/>
    <p:sldLayoutId id="2147483665" r:id="rId16"/>
  </p:sldLayoutIdLst>
  <p:hf hdr="0" dt="0"/>
  <p:txStyles>
    <p:titleStyle>
      <a:lvl1pPr algn="l" defTabSz="914400" rtl="0" eaLnBrk="1" latinLnBrk="0" hangingPunct="1">
        <a:lnSpc>
          <a:spcPct val="90000"/>
        </a:lnSpc>
        <a:spcBef>
          <a:spcPct val="0"/>
        </a:spcBef>
        <a:buNone/>
        <a:defRPr sz="4400" b="1" kern="1200">
          <a:solidFill>
            <a:schemeClr val="accent6"/>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accent6"/>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7.jpeg"/><Relationship Id="rId7" Type="http://schemas.openxmlformats.org/officeDocument/2006/relationships/image" Target="../media/image21.jpe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25.svg"/><Relationship Id="rId4" Type="http://schemas.openxmlformats.org/officeDocument/2006/relationships/image" Target="../media/image24.svg"/></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5.xml"/><Relationship Id="rId1" Type="http://schemas.openxmlformats.org/officeDocument/2006/relationships/slideLayout" Target="../slideLayouts/slideLayout16.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p:txBody>
          <a:bodyPr/>
          <a:lstStyle/>
          <a:p>
            <a:r>
              <a:rPr lang="en-US" altLang="zh-CN" dirty="0"/>
              <a:t>Presentation</a:t>
            </a:r>
            <a:br>
              <a:rPr lang="en-US" altLang="zh-CN" dirty="0"/>
            </a:br>
            <a:r>
              <a:rPr lang="en-US" altLang="zh-CN" dirty="0"/>
              <a:t>title</a:t>
            </a:r>
            <a:endParaRPr lang="en-US" dirty="0"/>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p:txBody>
          <a:bodyPr/>
          <a:lstStyle/>
          <a:p>
            <a:r>
              <a:rPr lang="en-US" dirty="0"/>
              <a:t>Presenter Name</a:t>
            </a:r>
          </a:p>
        </p:txBody>
      </p:sp>
      <p:pic>
        <p:nvPicPr>
          <p:cNvPr id="30" name="Picture placeholder 29" descr="People in an office discussing work over a laptop&#10;">
            <a:extLst>
              <a:ext uri="{FF2B5EF4-FFF2-40B4-BE49-F238E27FC236}">
                <a16:creationId xmlns:a16="http://schemas.microsoft.com/office/drawing/2014/main" id="{18C88B4D-F554-49C2-A23C-DFE94D4C835B}"/>
              </a:ext>
            </a:extLst>
          </p:cNvPr>
          <p:cNvPicPr>
            <a:picLocks noGrp="1" noChangeAspect="1"/>
          </p:cNvPicPr>
          <p:nvPr>
            <p:ph type="pic" sz="quarter" idx="47"/>
          </p:nvPr>
        </p:nvPicPr>
        <p:blipFill rotWithShape="1">
          <a:blip r:embed="rId3">
            <a:extLst>
              <a:ext uri="{28A0092B-C50C-407E-A947-70E740481C1C}">
                <a14:useLocalDpi xmlns:a14="http://schemas.microsoft.com/office/drawing/2010/main"/>
              </a:ext>
            </a:extLst>
          </a:blip>
          <a:srcRect t="1875" r="1875"/>
          <a:stretch/>
        </p:blipFill>
        <p:spPr>
          <a:xfrm>
            <a:off x="6742557" y="821836"/>
            <a:ext cx="4405503" cy="5066346"/>
          </a:xfrm>
        </p:spPr>
      </p:pic>
      <p:sp>
        <p:nvSpPr>
          <p:cNvPr id="10" name="Freeform: Shape 11">
            <a:extLst>
              <a:ext uri="{FF2B5EF4-FFF2-40B4-BE49-F238E27FC236}">
                <a16:creationId xmlns:a16="http://schemas.microsoft.com/office/drawing/2014/main" id="{01A79B69-242C-3AEB-4A42-7A606A54C63A}"/>
              </a:ext>
              <a:ext uri="{C183D7F6-B498-43B3-948B-1728B52AA6E4}">
                <adec:decorative xmlns:adec="http://schemas.microsoft.com/office/drawing/2017/decorative" val="1"/>
              </a:ext>
            </a:extLst>
          </p:cNvPr>
          <p:cNvSpPr/>
          <p:nvPr/>
        </p:nvSpPr>
        <p:spPr>
          <a:xfrm>
            <a:off x="9857505" y="838985"/>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tx2">
                <a:lumMod val="50000"/>
                <a:lumOff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14" name="Freeform: Shape 11">
            <a:extLst>
              <a:ext uri="{FF2B5EF4-FFF2-40B4-BE49-F238E27FC236}">
                <a16:creationId xmlns:a16="http://schemas.microsoft.com/office/drawing/2014/main" id="{E5D4DE6D-89C8-6FFF-287D-3F3BAD416CA1}"/>
              </a:ext>
              <a:ext uri="{C183D7F6-B498-43B3-948B-1728B52AA6E4}">
                <adec:decorative xmlns:adec="http://schemas.microsoft.com/office/drawing/2017/decorative" val="1"/>
              </a:ext>
            </a:extLst>
          </p:cNvPr>
          <p:cNvSpPr/>
          <p:nvPr/>
        </p:nvSpPr>
        <p:spPr>
          <a:xfrm>
            <a:off x="5974436" y="3694919"/>
            <a:ext cx="1637958" cy="187385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4">
              <a:lumMod val="60000"/>
              <a:lumOff val="40000"/>
              <a:alpha val="50196"/>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5DF64211-DCD8-B458-DBD2-EBDA7AE3396F}"/>
              </a:ext>
            </a:extLst>
          </p:cNvPr>
          <p:cNvSpPr>
            <a:spLocks noGrp="1"/>
          </p:cNvSpPr>
          <p:nvPr>
            <p:ph type="title"/>
          </p:nvPr>
        </p:nvSpPr>
        <p:spPr/>
        <p:txBody>
          <a:bodyPr/>
          <a:lstStyle/>
          <a:p>
            <a:r>
              <a:rPr lang="en-US" altLang="zh-CN" dirty="0"/>
              <a:t>Agenda</a:t>
            </a:r>
            <a:endParaRPr lang="en-US" dirty="0"/>
          </a:p>
        </p:txBody>
      </p:sp>
      <p:sp>
        <p:nvSpPr>
          <p:cNvPr id="16" name="Text Placeholder 15">
            <a:extLst>
              <a:ext uri="{FF2B5EF4-FFF2-40B4-BE49-F238E27FC236}">
                <a16:creationId xmlns:a16="http://schemas.microsoft.com/office/drawing/2014/main" id="{8FEA3BB9-F064-CFBE-C0BE-BB7A22A4DCFC}"/>
              </a:ext>
            </a:extLst>
          </p:cNvPr>
          <p:cNvSpPr>
            <a:spLocks noGrp="1"/>
          </p:cNvSpPr>
          <p:nvPr>
            <p:ph type="body" sz="quarter" idx="28"/>
          </p:nvPr>
        </p:nvSpPr>
        <p:spPr/>
        <p:txBody>
          <a:bodyPr/>
          <a:lstStyle/>
          <a:p>
            <a:r>
              <a:rPr lang="en-US" dirty="0"/>
              <a:t>Introduction</a:t>
            </a:r>
          </a:p>
        </p:txBody>
      </p:sp>
      <p:sp>
        <p:nvSpPr>
          <p:cNvPr id="9" name="Text Placeholder 8">
            <a:extLst>
              <a:ext uri="{FF2B5EF4-FFF2-40B4-BE49-F238E27FC236}">
                <a16:creationId xmlns:a16="http://schemas.microsoft.com/office/drawing/2014/main" id="{78024C77-A2F8-1ABA-5412-E6BB88B5FA1B}"/>
              </a:ext>
            </a:extLst>
          </p:cNvPr>
          <p:cNvSpPr>
            <a:spLocks noGrp="1"/>
          </p:cNvSpPr>
          <p:nvPr>
            <p:ph type="body" sz="quarter" idx="29"/>
          </p:nvPr>
        </p:nvSpPr>
        <p:spPr/>
        <p:txBody>
          <a:bodyPr/>
          <a:lstStyle/>
          <a:p>
            <a:r>
              <a:rPr lang="en-US" dirty="0"/>
              <a:t>Timeline</a:t>
            </a:r>
          </a:p>
        </p:txBody>
      </p:sp>
      <p:sp>
        <p:nvSpPr>
          <p:cNvPr id="18" name="Text Placeholder 17">
            <a:extLst>
              <a:ext uri="{FF2B5EF4-FFF2-40B4-BE49-F238E27FC236}">
                <a16:creationId xmlns:a16="http://schemas.microsoft.com/office/drawing/2014/main" id="{241202DB-E499-EB19-8A48-A3301DA59ED7}"/>
              </a:ext>
            </a:extLst>
          </p:cNvPr>
          <p:cNvSpPr>
            <a:spLocks noGrp="1"/>
          </p:cNvSpPr>
          <p:nvPr>
            <p:ph type="body" sz="quarter" idx="30"/>
          </p:nvPr>
        </p:nvSpPr>
        <p:spPr/>
        <p:txBody>
          <a:bodyPr/>
          <a:lstStyle/>
          <a:p>
            <a:r>
              <a:rPr lang="en-US" dirty="0"/>
              <a:t>Areas of growth</a:t>
            </a:r>
          </a:p>
        </p:txBody>
      </p:sp>
      <p:sp>
        <p:nvSpPr>
          <p:cNvPr id="22" name="Text Placeholder 21">
            <a:extLst>
              <a:ext uri="{FF2B5EF4-FFF2-40B4-BE49-F238E27FC236}">
                <a16:creationId xmlns:a16="http://schemas.microsoft.com/office/drawing/2014/main" id="{D5402852-C1AD-6A4E-DAA7-0AE582A742FD}"/>
              </a:ext>
            </a:extLst>
          </p:cNvPr>
          <p:cNvSpPr>
            <a:spLocks noGrp="1"/>
          </p:cNvSpPr>
          <p:nvPr>
            <p:ph type="body" sz="quarter" idx="31"/>
          </p:nvPr>
        </p:nvSpPr>
        <p:spPr/>
        <p:txBody>
          <a:bodyPr/>
          <a:lstStyle/>
          <a:p>
            <a:r>
              <a:rPr lang="en-US" dirty="0"/>
              <a:t>Summary</a:t>
            </a:r>
          </a:p>
        </p:txBody>
      </p:sp>
      <p:sp>
        <p:nvSpPr>
          <p:cNvPr id="24" name="Text Placeholder 23">
            <a:extLst>
              <a:ext uri="{FF2B5EF4-FFF2-40B4-BE49-F238E27FC236}">
                <a16:creationId xmlns:a16="http://schemas.microsoft.com/office/drawing/2014/main" id="{ABF1D337-2A3C-A0FB-A6CD-5E4B9D6DFD91}"/>
              </a:ext>
            </a:extLst>
          </p:cNvPr>
          <p:cNvSpPr>
            <a:spLocks noGrp="1"/>
          </p:cNvSpPr>
          <p:nvPr>
            <p:ph type="body" sz="quarter" idx="32"/>
          </p:nvPr>
        </p:nvSpPr>
        <p:spPr/>
        <p:txBody>
          <a:bodyPr/>
          <a:lstStyle/>
          <a:p>
            <a:r>
              <a:rPr lang="en-US" dirty="0"/>
              <a:t>Primary goals</a:t>
            </a:r>
          </a:p>
        </p:txBody>
      </p:sp>
      <p:sp>
        <p:nvSpPr>
          <p:cNvPr id="21" name="Footer Placeholder 19">
            <a:extLst>
              <a:ext uri="{FF2B5EF4-FFF2-40B4-BE49-F238E27FC236}">
                <a16:creationId xmlns:a16="http://schemas.microsoft.com/office/drawing/2014/main" id="{A6E539FA-B60E-5585-524F-1BFA8C5B3E2F}"/>
              </a:ext>
            </a:extLst>
          </p:cNvPr>
          <p:cNvSpPr txBox="1">
            <a:spLocks/>
          </p:cNvSpPr>
          <p:nvPr/>
        </p:nvSpPr>
        <p:spPr>
          <a:xfrm>
            <a:off x="486699" y="6085719"/>
            <a:ext cx="4114800" cy="365125"/>
          </a:xfrm>
          <a:prstGeom prst="rect">
            <a:avLst/>
          </a:prstGeom>
        </p:spPr>
        <p:txBody>
          <a:bodyPr anchor="ctr"/>
          <a:lstStyle>
            <a:defPPr>
              <a:defRPr lang="zh-CN"/>
            </a:defPPr>
            <a:lvl1pPr marL="0" algn="l"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u="none" strike="noStrike" kern="1200" cap="none" spc="0" normalizeH="0" baseline="0" noProof="0" dirty="0">
                <a:ln>
                  <a:noFill/>
                </a:ln>
                <a:solidFill>
                  <a:schemeClr val="bg1"/>
                </a:solidFill>
                <a:effectLst/>
                <a:uLnTx/>
                <a:uFillTx/>
              </a:rPr>
              <a:t>Presentation Title</a:t>
            </a:r>
          </a:p>
        </p:txBody>
      </p:sp>
      <p:sp>
        <p:nvSpPr>
          <p:cNvPr id="8" name="Footer Placeholder 7">
            <a:extLst>
              <a:ext uri="{FF2B5EF4-FFF2-40B4-BE49-F238E27FC236}">
                <a16:creationId xmlns:a16="http://schemas.microsoft.com/office/drawing/2014/main" id="{D36D0CF6-7418-9349-F7A8-045EA96B2D03}"/>
              </a:ext>
            </a:extLst>
          </p:cNvPr>
          <p:cNvSpPr>
            <a:spLocks noGrp="1"/>
          </p:cNvSpPr>
          <p:nvPr>
            <p:ph type="ftr" sz="quarter" idx="33"/>
          </p:nvPr>
        </p:nvSpPr>
        <p:spPr/>
        <p:txBody>
          <a:bodyPr/>
          <a:lstStyle/>
          <a:p>
            <a:r>
              <a:rPr lang="en-US"/>
              <a:t>Presentation title</a:t>
            </a:r>
            <a:endParaRPr lang="en-US" dirty="0"/>
          </a:p>
        </p:txBody>
      </p:sp>
      <p:sp>
        <p:nvSpPr>
          <p:cNvPr id="10" name="Slide Number Placeholder 9">
            <a:extLst>
              <a:ext uri="{FF2B5EF4-FFF2-40B4-BE49-F238E27FC236}">
                <a16:creationId xmlns:a16="http://schemas.microsoft.com/office/drawing/2014/main" id="{CBE681AB-301C-4DC8-7FBD-FAA2CC6606AE}"/>
              </a:ext>
            </a:extLst>
          </p:cNvPr>
          <p:cNvSpPr>
            <a:spLocks noGrp="1"/>
          </p:cNvSpPr>
          <p:nvPr>
            <p:ph type="sldNum" sz="quarter" idx="34"/>
          </p:nvPr>
        </p:nvSpPr>
        <p:spPr/>
        <p:txBody>
          <a:bodyPr/>
          <a:lstStyle/>
          <a:p>
            <a:fld id="{47FEACEE-25B4-4A2D-B147-27296E36371D}" type="slidenum">
              <a:rPr lang="en-US" altLang="zh-CN" smtClean="0"/>
              <a:pPr/>
              <a:t>2</a:t>
            </a:fld>
            <a:endParaRPr lang="en-US" altLang="zh-CN" dirty="0"/>
          </a:p>
        </p:txBody>
      </p:sp>
    </p:spTree>
    <p:extLst>
      <p:ext uri="{BB962C8B-B14F-4D97-AF65-F5344CB8AC3E}">
        <p14:creationId xmlns:p14="http://schemas.microsoft.com/office/powerpoint/2010/main" val="2775535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p:txBody>
          <a:bodyPr/>
          <a:lstStyle/>
          <a:p>
            <a:r>
              <a:rPr lang="en-US" altLang="zh-CN" dirty="0"/>
              <a:t>Introduction</a:t>
            </a:r>
            <a:endParaRPr lang="en-US" dirty="0"/>
          </a:p>
        </p:txBody>
      </p:sp>
      <p:sp>
        <p:nvSpPr>
          <p:cNvPr id="20" name="Text Placeholder 19">
            <a:extLst>
              <a:ext uri="{FF2B5EF4-FFF2-40B4-BE49-F238E27FC236}">
                <a16:creationId xmlns:a16="http://schemas.microsoft.com/office/drawing/2014/main" id="{CC0093B1-77CC-1E61-FB22-E136F94EABD2}"/>
              </a:ext>
            </a:extLst>
          </p:cNvPr>
          <p:cNvSpPr>
            <a:spLocks noGrp="1"/>
          </p:cNvSpPr>
          <p:nvPr>
            <p:ph type="body" sz="quarter" idx="28"/>
          </p:nvPr>
        </p:nvSpPr>
        <p:spPr/>
        <p:txBody>
          <a:bodyPr/>
          <a:lstStyle/>
          <a:p>
            <a:r>
              <a:rPr lang="en-US" dirty="0"/>
              <a:t>At Contoso, we empower organizations to foster collaborative thinking to further drive workplace innovation. By closing the loop and leveraging agile frameworks, we help business grow organically and foster a consumer-first mindset.</a:t>
            </a:r>
          </a:p>
          <a:p>
            <a:endParaRPr lang="en-US" dirty="0"/>
          </a:p>
          <a:p>
            <a:endParaRPr lang="en-US" dirty="0"/>
          </a:p>
        </p:txBody>
      </p:sp>
      <p:sp>
        <p:nvSpPr>
          <p:cNvPr id="4" name="Footer Placeholder 3">
            <a:extLst>
              <a:ext uri="{FF2B5EF4-FFF2-40B4-BE49-F238E27FC236}">
                <a16:creationId xmlns:a16="http://schemas.microsoft.com/office/drawing/2014/main" id="{0A01EC1F-42C9-66C4-9D49-F6AF79D5BE91}"/>
              </a:ext>
            </a:extLst>
          </p:cNvPr>
          <p:cNvSpPr>
            <a:spLocks noGrp="1"/>
          </p:cNvSpPr>
          <p:nvPr>
            <p:ph type="ftr" sz="quarter" idx="52"/>
          </p:nvPr>
        </p:nvSpPr>
        <p:spPr/>
        <p:txBody>
          <a:bodyPr/>
          <a:lstStyle/>
          <a:p>
            <a:r>
              <a:rPr lang="en-US"/>
              <a:t>Presentation title</a:t>
            </a:r>
            <a:endParaRPr lang="en-US" dirty="0"/>
          </a:p>
        </p:txBody>
      </p:sp>
      <p:pic>
        <p:nvPicPr>
          <p:cNvPr id="12" name="Picture Placeholder 11" descr="People around a table on their laptops">
            <a:extLst>
              <a:ext uri="{FF2B5EF4-FFF2-40B4-BE49-F238E27FC236}">
                <a16:creationId xmlns:a16="http://schemas.microsoft.com/office/drawing/2014/main" id="{8C4B5C6A-45B4-1976-622A-4CEB4E3211BC}"/>
              </a:ext>
            </a:extLst>
          </p:cNvPr>
          <p:cNvPicPr>
            <a:picLocks noGrp="1" noChangeAspect="1"/>
          </p:cNvPicPr>
          <p:nvPr>
            <p:ph type="pic" sz="quarter" idx="51"/>
          </p:nvPr>
        </p:nvPicPr>
        <p:blipFill rotWithShape="1">
          <a:blip r:embed="rId3" cstate="print">
            <a:extLst>
              <a:ext uri="{28A0092B-C50C-407E-A947-70E740481C1C}">
                <a14:useLocalDpi xmlns:a14="http://schemas.microsoft.com/office/drawing/2010/main"/>
              </a:ext>
            </a:extLst>
          </a:blip>
          <a:srcRect/>
          <a:stretch/>
        </p:blipFill>
        <p:spPr/>
      </p:pic>
      <p:sp>
        <p:nvSpPr>
          <p:cNvPr id="6" name="Freeform: Shape 5">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p:nvSpPr>
        <p:spPr>
          <a:xfrm>
            <a:off x="4584821" y="311581"/>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7D952"/>
              </a:solidFill>
              <a:effectLst/>
              <a:uLnTx/>
              <a:uFillTx/>
              <a:latin typeface="Posterama Text SemiBold"/>
              <a:ea typeface="+mn-ea"/>
              <a:cs typeface="+mn-cs"/>
            </a:endParaRPr>
          </a:p>
        </p:txBody>
      </p:sp>
      <p:sp>
        <p:nvSpPr>
          <p:cNvPr id="7" name="Slide Number Placeholder 6">
            <a:extLst>
              <a:ext uri="{FF2B5EF4-FFF2-40B4-BE49-F238E27FC236}">
                <a16:creationId xmlns:a16="http://schemas.microsoft.com/office/drawing/2014/main" id="{7D6767F8-4670-E83D-85F4-1446B8B9D466}"/>
              </a:ext>
            </a:extLst>
          </p:cNvPr>
          <p:cNvSpPr>
            <a:spLocks noGrp="1"/>
          </p:cNvSpPr>
          <p:nvPr>
            <p:ph type="sldNum" sz="quarter" idx="53"/>
          </p:nvPr>
        </p:nvSpPr>
        <p:spPr/>
        <p:txBody>
          <a:bodyPr/>
          <a:lstStyle/>
          <a:p>
            <a:fld id="{47FEACEE-25B4-4A2D-B147-27296E36371D}" type="slidenum">
              <a:rPr lang="en-US" altLang="zh-CN" smtClean="0"/>
              <a:pPr/>
              <a:t>3</a:t>
            </a:fld>
            <a:endParaRPr lang="en-US" altLang="zh-CN" dirty="0"/>
          </a:p>
        </p:txBody>
      </p:sp>
    </p:spTree>
    <p:extLst>
      <p:ext uri="{BB962C8B-B14F-4D97-AF65-F5344CB8AC3E}">
        <p14:creationId xmlns:p14="http://schemas.microsoft.com/office/powerpoint/2010/main" val="77554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45">
            <a:extLst>
              <a:ext uri="{FF2B5EF4-FFF2-40B4-BE49-F238E27FC236}">
                <a16:creationId xmlns:a16="http://schemas.microsoft.com/office/drawing/2014/main" id="{4D761329-3BEF-0173-1328-A4DB26572AFF}"/>
              </a:ext>
            </a:extLst>
          </p:cNvPr>
          <p:cNvSpPr>
            <a:spLocks noGrp="1"/>
          </p:cNvSpPr>
          <p:nvPr>
            <p:ph type="title"/>
          </p:nvPr>
        </p:nvSpPr>
        <p:spPr/>
        <p:txBody>
          <a:bodyPr/>
          <a:lstStyle/>
          <a:p>
            <a:r>
              <a:rPr lang="en-US" dirty="0"/>
              <a:t>Primary goals</a:t>
            </a:r>
          </a:p>
        </p:txBody>
      </p:sp>
      <p:sp>
        <p:nvSpPr>
          <p:cNvPr id="19" name="Text Placeholder 18">
            <a:extLst>
              <a:ext uri="{FF2B5EF4-FFF2-40B4-BE49-F238E27FC236}">
                <a16:creationId xmlns:a16="http://schemas.microsoft.com/office/drawing/2014/main" id="{FC101F03-8617-09D4-619B-F38E2F0A4F15}"/>
              </a:ext>
            </a:extLst>
          </p:cNvPr>
          <p:cNvSpPr>
            <a:spLocks noGrp="1"/>
          </p:cNvSpPr>
          <p:nvPr>
            <p:ph type="body" sz="quarter" idx="28"/>
          </p:nvPr>
        </p:nvSpPr>
        <p:spPr/>
        <p:txBody>
          <a:bodyPr/>
          <a:lstStyle/>
          <a:p>
            <a:r>
              <a:rPr lang="en-US" dirty="0"/>
              <a:t>ANNUAL REVENUE GROWTH</a:t>
            </a:r>
          </a:p>
          <a:p>
            <a:endParaRPr lang="en-US" dirty="0"/>
          </a:p>
        </p:txBody>
      </p:sp>
      <p:pic>
        <p:nvPicPr>
          <p:cNvPr id="48" name="Picture placeholder 19" descr="Layout of website design sketches on white paper">
            <a:extLst>
              <a:ext uri="{FF2B5EF4-FFF2-40B4-BE49-F238E27FC236}">
                <a16:creationId xmlns:a16="http://schemas.microsoft.com/office/drawing/2014/main" id="{6D25AB81-B10A-BD11-E8FE-ECF8CB1B12F0}"/>
              </a:ext>
            </a:extLst>
          </p:cNvPr>
          <p:cNvPicPr>
            <a:picLocks noGrp="1" noChangeAspect="1"/>
          </p:cNvPicPr>
          <p:nvPr>
            <p:ph type="pic" sz="quarter" idx="47"/>
          </p:nvPr>
        </p:nvPicPr>
        <p:blipFill>
          <a:blip r:embed="rId3">
            <a:extLst>
              <a:ext uri="{28A0092B-C50C-407E-A947-70E740481C1C}">
                <a14:useLocalDpi xmlns:a14="http://schemas.microsoft.com/office/drawing/2010/main"/>
              </a:ext>
            </a:extLst>
          </a:blip>
          <a:srcRect/>
          <a:stretch/>
        </p:blipFill>
        <p:spPr>
          <a:blipFill>
            <a:blip r:embed="rId4"/>
            <a:stretch>
              <a:fillRect/>
            </a:stretch>
          </a:blipFill>
        </p:spPr>
      </p:pic>
    </p:spTree>
    <p:extLst>
      <p:ext uri="{BB962C8B-B14F-4D97-AF65-F5344CB8AC3E}">
        <p14:creationId xmlns:p14="http://schemas.microsoft.com/office/powerpoint/2010/main" val="2478079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379BBF1-9BC2-6DCE-0154-8873469878A5}"/>
              </a:ext>
            </a:extLst>
          </p:cNvPr>
          <p:cNvSpPr>
            <a:spLocks noGrp="1"/>
          </p:cNvSpPr>
          <p:nvPr>
            <p:ph type="title"/>
          </p:nvPr>
        </p:nvSpPr>
        <p:spPr/>
        <p:txBody>
          <a:bodyPr/>
          <a:lstStyle/>
          <a:p>
            <a:r>
              <a:rPr lang="en-US" dirty="0"/>
              <a:t>Areas of growth</a:t>
            </a:r>
          </a:p>
        </p:txBody>
      </p:sp>
      <p:graphicFrame>
        <p:nvGraphicFramePr>
          <p:cNvPr id="8" name="Table 8">
            <a:extLst>
              <a:ext uri="{FF2B5EF4-FFF2-40B4-BE49-F238E27FC236}">
                <a16:creationId xmlns:a16="http://schemas.microsoft.com/office/drawing/2014/main" id="{7E5E2BDF-8ED2-40CB-B07C-B015E1420EA8}"/>
              </a:ext>
            </a:extLst>
          </p:cNvPr>
          <p:cNvGraphicFramePr>
            <a:graphicFrameLocks noGrp="1"/>
          </p:cNvGraphicFramePr>
          <p:nvPr>
            <p:ph type="tbl" sz="quarter" idx="27"/>
            <p:extLst>
              <p:ext uri="{D42A27DB-BD31-4B8C-83A1-F6EECF244321}">
                <p14:modId xmlns:p14="http://schemas.microsoft.com/office/powerpoint/2010/main" val="2690692596"/>
              </p:ext>
            </p:extLst>
          </p:nvPr>
        </p:nvGraphicFramePr>
        <p:xfrm>
          <a:off x="581025" y="1614488"/>
          <a:ext cx="10890250" cy="2376000"/>
        </p:xfrm>
        <a:graphic>
          <a:graphicData uri="http://schemas.openxmlformats.org/drawingml/2006/table">
            <a:tbl>
              <a:tblPr firstRow="1" bandRow="1">
                <a:tableStyleId>{C4B1156A-380E-4F78-BDF5-A606A8083BF9}</a:tableStyleId>
              </a:tblPr>
              <a:tblGrid>
                <a:gridCol w="2178050">
                  <a:extLst>
                    <a:ext uri="{9D8B030D-6E8A-4147-A177-3AD203B41FA5}">
                      <a16:colId xmlns:a16="http://schemas.microsoft.com/office/drawing/2014/main" val="1457000769"/>
                    </a:ext>
                  </a:extLst>
                </a:gridCol>
                <a:gridCol w="2178050">
                  <a:extLst>
                    <a:ext uri="{9D8B030D-6E8A-4147-A177-3AD203B41FA5}">
                      <a16:colId xmlns:a16="http://schemas.microsoft.com/office/drawing/2014/main" val="1939741220"/>
                    </a:ext>
                  </a:extLst>
                </a:gridCol>
                <a:gridCol w="2178050">
                  <a:extLst>
                    <a:ext uri="{9D8B030D-6E8A-4147-A177-3AD203B41FA5}">
                      <a16:colId xmlns:a16="http://schemas.microsoft.com/office/drawing/2014/main" val="1728182267"/>
                    </a:ext>
                  </a:extLst>
                </a:gridCol>
                <a:gridCol w="2178050">
                  <a:extLst>
                    <a:ext uri="{9D8B030D-6E8A-4147-A177-3AD203B41FA5}">
                      <a16:colId xmlns:a16="http://schemas.microsoft.com/office/drawing/2014/main" val="3091143212"/>
                    </a:ext>
                  </a:extLst>
                </a:gridCol>
                <a:gridCol w="2178050">
                  <a:extLst>
                    <a:ext uri="{9D8B030D-6E8A-4147-A177-3AD203B41FA5}">
                      <a16:colId xmlns:a16="http://schemas.microsoft.com/office/drawing/2014/main" val="440248734"/>
                    </a:ext>
                  </a:extLst>
                </a:gridCol>
              </a:tblGrid>
              <a:tr h="475200">
                <a:tc>
                  <a:txBody>
                    <a:bodyPr/>
                    <a:lstStyle/>
                    <a:p>
                      <a:pPr algn="ctr"/>
                      <a:r>
                        <a:rPr lang="en-US" sz="1800" b="0" kern="1200" dirty="0">
                          <a:solidFill>
                            <a:schemeClr val="accent6"/>
                          </a:solidFill>
                        </a:rPr>
                        <a:t>Time period</a:t>
                      </a:r>
                      <a:endParaRPr lang="en-US" sz="1800" b="0" kern="1200" dirty="0">
                        <a:solidFill>
                          <a:schemeClr val="accent6"/>
                        </a:solidFill>
                        <a:latin typeface="+mn-lt"/>
                        <a:ea typeface="+mn-ea"/>
                        <a:cs typeface="+mn-cs"/>
                      </a:endParaRPr>
                    </a:p>
                  </a:txBody>
                  <a:tcPr anchor="ctr"/>
                </a:tc>
                <a:tc>
                  <a:txBody>
                    <a:bodyPr/>
                    <a:lstStyle/>
                    <a:p>
                      <a:pPr algn="ctr"/>
                      <a:r>
                        <a:rPr lang="en-US" b="0" dirty="0">
                          <a:solidFill>
                            <a:schemeClr val="accent6"/>
                          </a:solidFill>
                        </a:rPr>
                        <a:t>B2B</a:t>
                      </a:r>
                      <a:endParaRPr lang="en-US" b="0" i="0" dirty="0">
                        <a:solidFill>
                          <a:schemeClr val="accent6"/>
                        </a:solidFill>
                        <a:latin typeface="+mn-lt"/>
                        <a:cs typeface="Posterama" panose="020B0504020200020000" pitchFamily="34" charset="0"/>
                      </a:endParaRPr>
                    </a:p>
                  </a:txBody>
                  <a:tcPr anchor="ctr"/>
                </a:tc>
                <a:tc>
                  <a:txBody>
                    <a:bodyPr/>
                    <a:lstStyle/>
                    <a:p>
                      <a:pPr algn="ctr"/>
                      <a:r>
                        <a:rPr lang="en-US" b="0" dirty="0">
                          <a:solidFill>
                            <a:schemeClr val="accent6"/>
                          </a:solidFill>
                        </a:rPr>
                        <a:t>Supply chain</a:t>
                      </a:r>
                      <a:endParaRPr lang="en-US" b="0" i="0" dirty="0">
                        <a:solidFill>
                          <a:schemeClr val="accent6"/>
                        </a:solidFill>
                        <a:latin typeface="+mn-lt"/>
                        <a:cs typeface="Posterama" panose="020B0504020200020000" pitchFamily="34" charset="0"/>
                      </a:endParaRPr>
                    </a:p>
                  </a:txBody>
                  <a:tcPr anchor="ctr"/>
                </a:tc>
                <a:tc>
                  <a:txBody>
                    <a:bodyPr/>
                    <a:lstStyle/>
                    <a:p>
                      <a:pPr algn="ctr"/>
                      <a:r>
                        <a:rPr lang="en-US" b="0" dirty="0">
                          <a:solidFill>
                            <a:schemeClr val="accent6"/>
                          </a:solidFill>
                        </a:rPr>
                        <a:t>ROI</a:t>
                      </a:r>
                      <a:endParaRPr lang="en-US" b="0" i="0" dirty="0">
                        <a:solidFill>
                          <a:schemeClr val="accent6"/>
                        </a:solidFill>
                        <a:latin typeface="+mn-lt"/>
                        <a:cs typeface="Posterama" panose="020B0504020200020000" pitchFamily="34" charset="0"/>
                      </a:endParaRPr>
                    </a:p>
                  </a:txBody>
                  <a:tcPr anchor="ctr"/>
                </a:tc>
                <a:tc>
                  <a:txBody>
                    <a:bodyPr/>
                    <a:lstStyle/>
                    <a:p>
                      <a:pPr algn="ctr"/>
                      <a:r>
                        <a:rPr lang="en-US" b="0" dirty="0">
                          <a:solidFill>
                            <a:schemeClr val="accent6"/>
                          </a:solidFill>
                        </a:rPr>
                        <a:t>E-commerce</a:t>
                      </a:r>
                      <a:endParaRPr lang="en-US" b="0" i="0" dirty="0">
                        <a:solidFill>
                          <a:schemeClr val="accent6"/>
                        </a:solidFill>
                        <a:latin typeface="+mn-lt"/>
                        <a:cs typeface="Posterama" panose="020B0504020200020000" pitchFamily="34" charset="0"/>
                      </a:endParaRPr>
                    </a:p>
                  </a:txBody>
                  <a:tcPr anchor="ctr"/>
                </a:tc>
                <a:extLst>
                  <a:ext uri="{0D108BD9-81ED-4DB2-BD59-A6C34878D82A}">
                    <a16:rowId xmlns:a16="http://schemas.microsoft.com/office/drawing/2014/main" val="704343578"/>
                  </a:ext>
                </a:extLst>
              </a:tr>
              <a:tr h="475200">
                <a:tc>
                  <a:txBody>
                    <a:bodyPr/>
                    <a:lstStyle/>
                    <a:p>
                      <a:pPr algn="ctr"/>
                      <a:r>
                        <a:rPr lang="en-US" b="0" dirty="0">
                          <a:solidFill>
                            <a:schemeClr val="accent6"/>
                          </a:solidFill>
                        </a:rPr>
                        <a:t>Q1</a:t>
                      </a:r>
                      <a:endParaRPr lang="en-US" b="0" i="0" dirty="0">
                        <a:solidFill>
                          <a:schemeClr val="accent6"/>
                        </a:solidFill>
                        <a:latin typeface="+mn-lt"/>
                        <a:cs typeface="Posterama" panose="020B0504020200020000" pitchFamily="34" charset="0"/>
                      </a:endParaRPr>
                    </a:p>
                  </a:txBody>
                  <a:tcPr anchor="ctr"/>
                </a:tc>
                <a:tc>
                  <a:txBody>
                    <a:bodyPr/>
                    <a:lstStyle/>
                    <a:p>
                      <a:pPr algn="ctr"/>
                      <a:r>
                        <a:rPr lang="en-US" b="0" dirty="0">
                          <a:solidFill>
                            <a:schemeClr val="accent6"/>
                          </a:solidFill>
                        </a:rPr>
                        <a:t>4.5</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2.3</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1.7</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5.0</a:t>
                      </a:r>
                      <a:endParaRPr lang="en-US"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322234691"/>
                  </a:ext>
                </a:extLst>
              </a:tr>
              <a:tr h="475200">
                <a:tc>
                  <a:txBody>
                    <a:bodyPr/>
                    <a:lstStyle/>
                    <a:p>
                      <a:pPr algn="ctr"/>
                      <a:r>
                        <a:rPr lang="en-US" b="0" dirty="0">
                          <a:solidFill>
                            <a:schemeClr val="accent6"/>
                          </a:solidFill>
                        </a:rPr>
                        <a:t>Q2</a:t>
                      </a:r>
                      <a:endParaRPr lang="en-US" b="0" i="0" dirty="0">
                        <a:solidFill>
                          <a:schemeClr val="accent6"/>
                        </a:solidFill>
                        <a:latin typeface="+mn-lt"/>
                        <a:cs typeface="Posterama" panose="020B0504020200020000" pitchFamily="34" charset="0"/>
                      </a:endParaRPr>
                    </a:p>
                  </a:txBody>
                  <a:tcPr anchor="ctr"/>
                </a:tc>
                <a:tc>
                  <a:txBody>
                    <a:bodyPr/>
                    <a:lstStyle/>
                    <a:p>
                      <a:pPr algn="ctr"/>
                      <a:r>
                        <a:rPr lang="en-US" b="0" dirty="0">
                          <a:solidFill>
                            <a:schemeClr val="accent6"/>
                          </a:solidFill>
                        </a:rPr>
                        <a:t>3.2</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5.1</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4.4</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3.0</a:t>
                      </a:r>
                      <a:endParaRPr lang="en-US"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3315783827"/>
                  </a:ext>
                </a:extLst>
              </a:tr>
              <a:tr h="475200">
                <a:tc>
                  <a:txBody>
                    <a:bodyPr/>
                    <a:lstStyle/>
                    <a:p>
                      <a:pPr algn="ctr"/>
                      <a:r>
                        <a:rPr lang="en-US" b="0" dirty="0">
                          <a:solidFill>
                            <a:schemeClr val="accent6"/>
                          </a:solidFill>
                        </a:rPr>
                        <a:t>Q3</a:t>
                      </a:r>
                      <a:endParaRPr lang="en-US" b="0" i="0" dirty="0">
                        <a:solidFill>
                          <a:schemeClr val="accent6"/>
                        </a:solidFill>
                        <a:latin typeface="+mn-lt"/>
                        <a:cs typeface="Posterama" panose="020B0504020200020000" pitchFamily="34" charset="0"/>
                      </a:endParaRPr>
                    </a:p>
                  </a:txBody>
                  <a:tcPr anchor="ctr"/>
                </a:tc>
                <a:tc>
                  <a:txBody>
                    <a:bodyPr/>
                    <a:lstStyle/>
                    <a:p>
                      <a:pPr algn="ctr"/>
                      <a:r>
                        <a:rPr lang="en-US" b="0" dirty="0">
                          <a:solidFill>
                            <a:schemeClr val="accent6"/>
                          </a:solidFill>
                        </a:rPr>
                        <a:t>2.1</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1.7</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2.5</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2.8</a:t>
                      </a:r>
                      <a:endParaRPr lang="en-US"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707436735"/>
                  </a:ext>
                </a:extLst>
              </a:tr>
              <a:tr h="475200">
                <a:tc>
                  <a:txBody>
                    <a:bodyPr/>
                    <a:lstStyle/>
                    <a:p>
                      <a:pPr algn="ctr"/>
                      <a:r>
                        <a:rPr lang="en-US" b="0" dirty="0">
                          <a:solidFill>
                            <a:schemeClr val="accent6"/>
                          </a:solidFill>
                        </a:rPr>
                        <a:t>Q4</a:t>
                      </a:r>
                      <a:endParaRPr lang="en-US" b="0" i="0" dirty="0">
                        <a:solidFill>
                          <a:schemeClr val="accent6"/>
                        </a:solidFill>
                        <a:latin typeface="+mn-lt"/>
                        <a:cs typeface="Posterama" panose="020B0504020200020000" pitchFamily="34" charset="0"/>
                      </a:endParaRPr>
                    </a:p>
                  </a:txBody>
                  <a:tcPr anchor="ctr"/>
                </a:tc>
                <a:tc>
                  <a:txBody>
                    <a:bodyPr/>
                    <a:lstStyle/>
                    <a:p>
                      <a:pPr algn="ctr"/>
                      <a:r>
                        <a:rPr lang="en-US" b="0" dirty="0">
                          <a:solidFill>
                            <a:schemeClr val="accent6"/>
                          </a:solidFill>
                        </a:rPr>
                        <a:t>4.5</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2.2</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1.7</a:t>
                      </a:r>
                      <a:endParaRPr lang="en-US" b="0" i="0" dirty="0">
                        <a:solidFill>
                          <a:schemeClr val="accent6"/>
                        </a:solidFill>
                        <a:latin typeface="Posterama" panose="020B0504020200020000" pitchFamily="34" charset="0"/>
                        <a:cs typeface="Posterama" panose="020B0504020200020000" pitchFamily="34" charset="0"/>
                      </a:endParaRPr>
                    </a:p>
                  </a:txBody>
                  <a:tcPr anchor="ctr"/>
                </a:tc>
                <a:tc>
                  <a:txBody>
                    <a:bodyPr/>
                    <a:lstStyle/>
                    <a:p>
                      <a:pPr algn="ctr"/>
                      <a:r>
                        <a:rPr lang="en-US" b="0" dirty="0">
                          <a:solidFill>
                            <a:schemeClr val="accent6"/>
                          </a:solidFill>
                        </a:rPr>
                        <a:t>70</a:t>
                      </a:r>
                      <a:endParaRPr lang="en-US" b="0" i="0" dirty="0">
                        <a:solidFill>
                          <a:schemeClr val="accent6"/>
                        </a:solidFill>
                        <a:latin typeface="Posterama" panose="020B0504020200020000" pitchFamily="34" charset="0"/>
                        <a:cs typeface="Posterama" panose="020B0504020200020000" pitchFamily="34" charset="0"/>
                      </a:endParaRPr>
                    </a:p>
                  </a:txBody>
                  <a:tcPr anchor="ctr"/>
                </a:tc>
                <a:extLst>
                  <a:ext uri="{0D108BD9-81ED-4DB2-BD59-A6C34878D82A}">
                    <a16:rowId xmlns:a16="http://schemas.microsoft.com/office/drawing/2014/main" val="2008827937"/>
                  </a:ext>
                </a:extLst>
              </a:tr>
            </a:tbl>
          </a:graphicData>
        </a:graphic>
      </p:graphicFrame>
      <p:sp>
        <p:nvSpPr>
          <p:cNvPr id="5" name="Footer Placeholder 4">
            <a:extLst>
              <a:ext uri="{FF2B5EF4-FFF2-40B4-BE49-F238E27FC236}">
                <a16:creationId xmlns:a16="http://schemas.microsoft.com/office/drawing/2014/main" id="{6D18E7F7-120D-E343-B41C-E8DF89FC0F49}"/>
              </a:ext>
            </a:extLst>
          </p:cNvPr>
          <p:cNvSpPr>
            <a:spLocks noGrp="1"/>
          </p:cNvSpPr>
          <p:nvPr>
            <p:ph type="ftr" sz="quarter" idx="28"/>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8EA25C86-7BE3-4BC6-C0B8-7F7D7C3EC286}"/>
              </a:ext>
            </a:extLst>
          </p:cNvPr>
          <p:cNvSpPr>
            <a:spLocks noGrp="1"/>
          </p:cNvSpPr>
          <p:nvPr>
            <p:ph type="sldNum" sz="quarter" idx="29"/>
          </p:nvPr>
        </p:nvSpPr>
        <p:spPr/>
        <p:txBody>
          <a:bodyPr/>
          <a:lstStyle/>
          <a:p>
            <a:fld id="{47FEACEE-25B4-4A2D-B147-27296E36371D}" type="slidenum">
              <a:rPr lang="en-US" altLang="zh-CN" smtClean="0"/>
              <a:pPr/>
              <a:t>5</a:t>
            </a:fld>
            <a:endParaRPr lang="en-US" altLang="zh-CN" dirty="0"/>
          </a:p>
        </p:txBody>
      </p:sp>
    </p:spTree>
    <p:extLst>
      <p:ext uri="{BB962C8B-B14F-4D97-AF65-F5344CB8AC3E}">
        <p14:creationId xmlns:p14="http://schemas.microsoft.com/office/powerpoint/2010/main" val="1246021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13663CA-BA5A-41E7-1FBE-D38846DFEF75}"/>
              </a:ext>
            </a:extLst>
          </p:cNvPr>
          <p:cNvSpPr>
            <a:spLocks noGrp="1"/>
          </p:cNvSpPr>
          <p:nvPr>
            <p:ph type="title"/>
          </p:nvPr>
        </p:nvSpPr>
        <p:spPr/>
        <p:txBody>
          <a:bodyPr/>
          <a:lstStyle/>
          <a:p>
            <a:r>
              <a:rPr lang="en-US" dirty="0"/>
              <a:t>“Business opportunities are like buses. There’s always another one coming.”</a:t>
            </a:r>
          </a:p>
        </p:txBody>
      </p:sp>
      <p:sp>
        <p:nvSpPr>
          <p:cNvPr id="11" name="Text Placeholder 10">
            <a:extLst>
              <a:ext uri="{FF2B5EF4-FFF2-40B4-BE49-F238E27FC236}">
                <a16:creationId xmlns:a16="http://schemas.microsoft.com/office/drawing/2014/main" id="{02CEC6EF-006F-693B-5D79-47FD797CB22B}"/>
              </a:ext>
            </a:extLst>
          </p:cNvPr>
          <p:cNvSpPr>
            <a:spLocks noGrp="1"/>
          </p:cNvSpPr>
          <p:nvPr>
            <p:ph type="body" sz="quarter" idx="29"/>
          </p:nvPr>
        </p:nvSpPr>
        <p:spPr/>
        <p:txBody>
          <a:bodyPr/>
          <a:lstStyle/>
          <a:p>
            <a:r>
              <a:rPr lang="en-US" dirty="0"/>
              <a:t>Richard Branson</a:t>
            </a:r>
          </a:p>
          <a:p>
            <a:endParaRPr lang="en-US" dirty="0"/>
          </a:p>
          <a:p>
            <a:endParaRPr lang="en-US" dirty="0"/>
          </a:p>
        </p:txBody>
      </p:sp>
      <p:sp>
        <p:nvSpPr>
          <p:cNvPr id="4" name="Footer Placeholder 3">
            <a:extLst>
              <a:ext uri="{FF2B5EF4-FFF2-40B4-BE49-F238E27FC236}">
                <a16:creationId xmlns:a16="http://schemas.microsoft.com/office/drawing/2014/main" id="{8A610345-FF40-D90A-5C88-A462A10E487B}"/>
              </a:ext>
            </a:extLst>
          </p:cNvPr>
          <p:cNvSpPr>
            <a:spLocks noGrp="1"/>
          </p:cNvSpPr>
          <p:nvPr>
            <p:ph type="ftr" sz="quarter" idx="30"/>
          </p:nvPr>
        </p:nvSpPr>
        <p:spPr/>
        <p:txBody>
          <a:bodyPr/>
          <a:lstStyle/>
          <a:p>
            <a:r>
              <a:rPr lang="en-US" noProof="0"/>
              <a:t>Presentation title</a:t>
            </a:r>
            <a:endParaRPr lang="en-US" noProof="0" dirty="0"/>
          </a:p>
        </p:txBody>
      </p:sp>
      <p:sp>
        <p:nvSpPr>
          <p:cNvPr id="5" name="Slide Number Placeholder 4">
            <a:extLst>
              <a:ext uri="{FF2B5EF4-FFF2-40B4-BE49-F238E27FC236}">
                <a16:creationId xmlns:a16="http://schemas.microsoft.com/office/drawing/2014/main" id="{E31C7500-E032-DBB5-A780-8247E3B7367B}"/>
              </a:ext>
            </a:extLst>
          </p:cNvPr>
          <p:cNvSpPr>
            <a:spLocks noGrp="1"/>
          </p:cNvSpPr>
          <p:nvPr>
            <p:ph type="sldNum" sz="quarter" idx="31"/>
          </p:nvPr>
        </p:nvSpPr>
        <p:spPr/>
        <p:txBody>
          <a:bodyPr/>
          <a:lstStyle/>
          <a:p>
            <a:fld id="{47FEACEE-25B4-4A2D-B147-27296E36371D}" type="slidenum">
              <a:rPr lang="en-US" altLang="zh-CN" noProof="0" smtClean="0"/>
              <a:pPr/>
              <a:t>6</a:t>
            </a:fld>
            <a:endParaRPr lang="en-US" altLang="zh-CN" noProof="0" dirty="0"/>
          </a:p>
        </p:txBody>
      </p:sp>
    </p:spTree>
    <p:extLst>
      <p:ext uri="{BB962C8B-B14F-4D97-AF65-F5344CB8AC3E}">
        <p14:creationId xmlns:p14="http://schemas.microsoft.com/office/powerpoint/2010/main" val="32955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446CC6CC-33D7-4181-9969-72896FDB1901}"/>
              </a:ext>
            </a:extLst>
          </p:cNvPr>
          <p:cNvSpPr>
            <a:spLocks noGrp="1"/>
          </p:cNvSpPr>
          <p:nvPr>
            <p:ph type="title"/>
          </p:nvPr>
        </p:nvSpPr>
        <p:spPr/>
        <p:txBody>
          <a:bodyPr/>
          <a:lstStyle/>
          <a:p>
            <a:r>
              <a:rPr lang="en-US" dirty="0"/>
              <a:t>Meet our team</a:t>
            </a:r>
          </a:p>
        </p:txBody>
      </p:sp>
      <p:pic>
        <p:nvPicPr>
          <p:cNvPr id="55" name="Picture Placeholder 54" descr="Team member headshot">
            <a:extLst>
              <a:ext uri="{FF2B5EF4-FFF2-40B4-BE49-F238E27FC236}">
                <a16:creationId xmlns:a16="http://schemas.microsoft.com/office/drawing/2014/main" id="{4B0A05F6-A265-D617-87EB-C8B6D39D74EB}"/>
              </a:ext>
            </a:extLst>
          </p:cNvPr>
          <p:cNvPicPr>
            <a:picLocks noGrp="1" noChangeAspect="1"/>
          </p:cNvPicPr>
          <p:nvPr>
            <p:ph type="pic" sz="quarter" idx="48"/>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DB6BD53F-D255-3797-F9DC-749DBF8EDF8B}"/>
              </a:ext>
            </a:extLst>
          </p:cNvPr>
          <p:cNvSpPr>
            <a:spLocks noGrp="1"/>
          </p:cNvSpPr>
          <p:nvPr>
            <p:ph type="body" sz="quarter" idx="27"/>
          </p:nvPr>
        </p:nvSpPr>
        <p:spPr/>
        <p:txBody>
          <a:bodyPr/>
          <a:lstStyle/>
          <a:p>
            <a:r>
              <a:rPr lang="en-US" dirty="0"/>
              <a:t>Takuma Hayashi</a:t>
            </a:r>
          </a:p>
        </p:txBody>
      </p:sp>
      <p:sp>
        <p:nvSpPr>
          <p:cNvPr id="5" name="Text Placeholder 4">
            <a:extLst>
              <a:ext uri="{FF2B5EF4-FFF2-40B4-BE49-F238E27FC236}">
                <a16:creationId xmlns:a16="http://schemas.microsoft.com/office/drawing/2014/main" id="{E527BA33-7687-746F-7A99-5769ACAA19DD}"/>
              </a:ext>
            </a:extLst>
          </p:cNvPr>
          <p:cNvSpPr>
            <a:spLocks noGrp="1"/>
          </p:cNvSpPr>
          <p:nvPr>
            <p:ph type="body" sz="quarter" idx="28"/>
          </p:nvPr>
        </p:nvSpPr>
        <p:spPr/>
        <p:txBody>
          <a:bodyPr/>
          <a:lstStyle/>
          <a:p>
            <a:r>
              <a:rPr lang="en-US" dirty="0"/>
              <a:t>President</a:t>
            </a:r>
          </a:p>
        </p:txBody>
      </p:sp>
      <p:pic>
        <p:nvPicPr>
          <p:cNvPr id="52" name="Picture Placeholder 51" descr="Team member headshot">
            <a:extLst>
              <a:ext uri="{FF2B5EF4-FFF2-40B4-BE49-F238E27FC236}">
                <a16:creationId xmlns:a16="http://schemas.microsoft.com/office/drawing/2014/main" id="{6FA36B7F-14F3-90DF-9E76-191C5C5FAC68}"/>
              </a:ext>
            </a:extLst>
          </p:cNvPr>
          <p:cNvPicPr>
            <a:picLocks noGrp="1" noChangeAspect="1"/>
          </p:cNvPicPr>
          <p:nvPr>
            <p:ph type="pic" sz="quarter" idx="49"/>
          </p:nvPr>
        </p:nvPicPr>
        <p:blipFill>
          <a:blip r:embed="rId4" cstate="print">
            <a:extLst>
              <a:ext uri="{28A0092B-C50C-407E-A947-70E740481C1C}">
                <a14:useLocalDpi xmlns:a14="http://schemas.microsoft.com/office/drawing/2010/main"/>
              </a:ext>
            </a:extLst>
          </a:blip>
          <a:srcRect/>
          <a:stretch>
            <a:fillRect/>
          </a:stretch>
        </p:blipFill>
        <p:spPr/>
      </p:pic>
      <p:sp>
        <p:nvSpPr>
          <p:cNvPr id="9" name="Text Placeholder 8">
            <a:extLst>
              <a:ext uri="{FF2B5EF4-FFF2-40B4-BE49-F238E27FC236}">
                <a16:creationId xmlns:a16="http://schemas.microsoft.com/office/drawing/2014/main" id="{2C77216C-99F2-F20D-361E-FC77B2A1C2D5}"/>
              </a:ext>
            </a:extLst>
          </p:cNvPr>
          <p:cNvSpPr>
            <a:spLocks noGrp="1"/>
          </p:cNvSpPr>
          <p:nvPr>
            <p:ph type="body" sz="quarter" idx="54"/>
          </p:nvPr>
        </p:nvSpPr>
        <p:spPr/>
        <p:txBody>
          <a:bodyPr/>
          <a:lstStyle/>
          <a:p>
            <a:r>
              <a:rPr lang="en-US" dirty="0"/>
              <a:t>Mirjam Nilsson</a:t>
            </a:r>
          </a:p>
        </p:txBody>
      </p:sp>
      <p:sp>
        <p:nvSpPr>
          <p:cNvPr id="12" name="Text Placeholder 11">
            <a:extLst>
              <a:ext uri="{FF2B5EF4-FFF2-40B4-BE49-F238E27FC236}">
                <a16:creationId xmlns:a16="http://schemas.microsoft.com/office/drawing/2014/main" id="{B673DA38-7DA2-CC40-82FC-BFB56BC10FC1}"/>
              </a:ext>
            </a:extLst>
          </p:cNvPr>
          <p:cNvSpPr>
            <a:spLocks noGrp="1"/>
          </p:cNvSpPr>
          <p:nvPr>
            <p:ph type="body" sz="quarter" idx="55"/>
          </p:nvPr>
        </p:nvSpPr>
        <p:spPr/>
        <p:txBody>
          <a:bodyPr/>
          <a:lstStyle/>
          <a:p>
            <a:r>
              <a:rPr lang="en-US" dirty="0"/>
              <a:t>Chief Executive Officer</a:t>
            </a:r>
          </a:p>
        </p:txBody>
      </p:sp>
      <p:pic>
        <p:nvPicPr>
          <p:cNvPr id="49" name="Picture Placeholder 48" descr="Team member headshot">
            <a:extLst>
              <a:ext uri="{FF2B5EF4-FFF2-40B4-BE49-F238E27FC236}">
                <a16:creationId xmlns:a16="http://schemas.microsoft.com/office/drawing/2014/main" id="{554A63EA-7896-2DED-D661-BA5C81B77241}"/>
              </a:ext>
            </a:extLst>
          </p:cNvPr>
          <p:cNvPicPr>
            <a:picLocks noGrp="1" noChangeAspect="1"/>
          </p:cNvPicPr>
          <p:nvPr>
            <p:ph type="pic" sz="quarter" idx="50"/>
          </p:nvPr>
        </p:nvPicPr>
        <p:blipFill>
          <a:blip r:embed="rId5" cstate="print">
            <a:extLst>
              <a:ext uri="{28A0092B-C50C-407E-A947-70E740481C1C}">
                <a14:useLocalDpi xmlns:a14="http://schemas.microsoft.com/office/drawing/2010/main"/>
              </a:ext>
            </a:extLst>
          </a:blip>
          <a:srcRect/>
          <a:stretch>
            <a:fillRect/>
          </a:stretch>
        </p:blipFill>
        <p:spPr/>
      </p:pic>
      <p:sp>
        <p:nvSpPr>
          <p:cNvPr id="22" name="Text Placeholder 21">
            <a:extLst>
              <a:ext uri="{FF2B5EF4-FFF2-40B4-BE49-F238E27FC236}">
                <a16:creationId xmlns:a16="http://schemas.microsoft.com/office/drawing/2014/main" id="{A386226D-550B-455D-862A-19F0F7E85FDF}"/>
              </a:ext>
            </a:extLst>
          </p:cNvPr>
          <p:cNvSpPr>
            <a:spLocks noGrp="1"/>
          </p:cNvSpPr>
          <p:nvPr>
            <p:ph type="body" sz="quarter" idx="52"/>
          </p:nvPr>
        </p:nvSpPr>
        <p:spPr/>
        <p:txBody>
          <a:bodyPr/>
          <a:lstStyle/>
          <a:p>
            <a:r>
              <a:rPr lang="en-US" dirty="0"/>
              <a:t>Flora Berggren</a:t>
            </a:r>
          </a:p>
        </p:txBody>
      </p:sp>
      <p:sp>
        <p:nvSpPr>
          <p:cNvPr id="24" name="Text Placeholder 23">
            <a:extLst>
              <a:ext uri="{FF2B5EF4-FFF2-40B4-BE49-F238E27FC236}">
                <a16:creationId xmlns:a16="http://schemas.microsoft.com/office/drawing/2014/main" id="{517DFAED-4F69-372D-790F-14ABD197D926}"/>
              </a:ext>
            </a:extLst>
          </p:cNvPr>
          <p:cNvSpPr>
            <a:spLocks noGrp="1"/>
          </p:cNvSpPr>
          <p:nvPr>
            <p:ph type="body" sz="quarter" idx="53"/>
          </p:nvPr>
        </p:nvSpPr>
        <p:spPr/>
        <p:txBody>
          <a:bodyPr/>
          <a:lstStyle/>
          <a:p>
            <a:r>
              <a:rPr lang="en-US" dirty="0"/>
              <a:t>Chief Operations Officer</a:t>
            </a:r>
          </a:p>
        </p:txBody>
      </p:sp>
      <p:pic>
        <p:nvPicPr>
          <p:cNvPr id="46" name="Picture Placeholder 45" descr="Team member headshot">
            <a:extLst>
              <a:ext uri="{FF2B5EF4-FFF2-40B4-BE49-F238E27FC236}">
                <a16:creationId xmlns:a16="http://schemas.microsoft.com/office/drawing/2014/main" id="{51777469-AD50-4BAD-6B31-B56D669485CE}"/>
              </a:ext>
            </a:extLst>
          </p:cNvPr>
          <p:cNvPicPr>
            <a:picLocks noGrp="1" noChangeAspect="1"/>
          </p:cNvPicPr>
          <p:nvPr>
            <p:ph type="pic" sz="quarter" idx="51"/>
          </p:nvPr>
        </p:nvPicPr>
        <p:blipFill>
          <a:blip r:embed="rId6" cstate="print">
            <a:extLst>
              <a:ext uri="{28A0092B-C50C-407E-A947-70E740481C1C}">
                <a14:useLocalDpi xmlns:a14="http://schemas.microsoft.com/office/drawing/2010/main"/>
              </a:ext>
            </a:extLst>
          </a:blip>
          <a:srcRect/>
          <a:stretch>
            <a:fillRect/>
          </a:stretch>
        </p:blipFill>
        <p:spPr/>
      </p:pic>
      <p:sp>
        <p:nvSpPr>
          <p:cNvPr id="26" name="Text Placeholder 25">
            <a:extLst>
              <a:ext uri="{FF2B5EF4-FFF2-40B4-BE49-F238E27FC236}">
                <a16:creationId xmlns:a16="http://schemas.microsoft.com/office/drawing/2014/main" id="{D32E8129-4557-FB4F-128A-16770815B5B8}"/>
              </a:ext>
            </a:extLst>
          </p:cNvPr>
          <p:cNvSpPr>
            <a:spLocks noGrp="1"/>
          </p:cNvSpPr>
          <p:nvPr>
            <p:ph type="body" sz="quarter" idx="56"/>
          </p:nvPr>
        </p:nvSpPr>
        <p:spPr/>
        <p:txBody>
          <a:bodyPr/>
          <a:lstStyle/>
          <a:p>
            <a:r>
              <a:rPr lang="en-US" dirty="0"/>
              <a:t>Rajesh Santoshi</a:t>
            </a:r>
          </a:p>
        </p:txBody>
      </p:sp>
      <p:sp>
        <p:nvSpPr>
          <p:cNvPr id="30" name="Text Placeholder 29">
            <a:extLst>
              <a:ext uri="{FF2B5EF4-FFF2-40B4-BE49-F238E27FC236}">
                <a16:creationId xmlns:a16="http://schemas.microsoft.com/office/drawing/2014/main" id="{78DDF0BA-462B-C044-14AF-F2FD2BFBAE3B}"/>
              </a:ext>
            </a:extLst>
          </p:cNvPr>
          <p:cNvSpPr>
            <a:spLocks noGrp="1"/>
          </p:cNvSpPr>
          <p:nvPr>
            <p:ph type="body" sz="quarter" idx="57"/>
          </p:nvPr>
        </p:nvSpPr>
        <p:spPr/>
        <p:txBody>
          <a:bodyPr/>
          <a:lstStyle/>
          <a:p>
            <a:r>
              <a:rPr lang="en-US" dirty="0"/>
              <a:t>VP Marketing</a:t>
            </a:r>
          </a:p>
        </p:txBody>
      </p:sp>
      <p:sp>
        <p:nvSpPr>
          <p:cNvPr id="6" name="Footer Placeholder 5">
            <a:extLst>
              <a:ext uri="{FF2B5EF4-FFF2-40B4-BE49-F238E27FC236}">
                <a16:creationId xmlns:a16="http://schemas.microsoft.com/office/drawing/2014/main" id="{0FAB8CE6-4705-57FA-7F0F-F4A5C574996B}"/>
              </a:ext>
            </a:extLst>
          </p:cNvPr>
          <p:cNvSpPr>
            <a:spLocks noGrp="1"/>
          </p:cNvSpPr>
          <p:nvPr>
            <p:ph type="ftr" sz="quarter" idx="58"/>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7930A8DD-65EB-D1E9-81DF-DAAA9451B1A9}"/>
              </a:ext>
            </a:extLst>
          </p:cNvPr>
          <p:cNvSpPr>
            <a:spLocks noGrp="1"/>
          </p:cNvSpPr>
          <p:nvPr>
            <p:ph type="sldNum" sz="quarter" idx="59"/>
          </p:nvPr>
        </p:nvSpPr>
        <p:spPr/>
        <p:txBody>
          <a:bodyPr/>
          <a:lstStyle/>
          <a:p>
            <a:fld id="{47FEACEE-25B4-4A2D-B147-27296E36371D}" type="slidenum">
              <a:rPr lang="en-US" altLang="zh-CN" smtClean="0"/>
              <a:pPr/>
              <a:t>7</a:t>
            </a:fld>
            <a:endParaRPr lang="en-US" altLang="zh-CN" dirty="0"/>
          </a:p>
        </p:txBody>
      </p:sp>
    </p:spTree>
    <p:extLst>
      <p:ext uri="{BB962C8B-B14F-4D97-AF65-F5344CB8AC3E}">
        <p14:creationId xmlns:p14="http://schemas.microsoft.com/office/powerpoint/2010/main" val="21078881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Title 55">
            <a:extLst>
              <a:ext uri="{FF2B5EF4-FFF2-40B4-BE49-F238E27FC236}">
                <a16:creationId xmlns:a16="http://schemas.microsoft.com/office/drawing/2014/main" id="{19576725-5FD5-0E5D-4FD3-2E35020D8306}"/>
              </a:ext>
            </a:extLst>
          </p:cNvPr>
          <p:cNvSpPr>
            <a:spLocks noGrp="1"/>
          </p:cNvSpPr>
          <p:nvPr>
            <p:ph type="title"/>
          </p:nvPr>
        </p:nvSpPr>
        <p:spPr/>
        <p:txBody>
          <a:bodyPr/>
          <a:lstStyle/>
          <a:p>
            <a:r>
              <a:rPr lang="en-US" dirty="0"/>
              <a:t>Meet our extended team</a:t>
            </a:r>
            <a:br>
              <a:rPr lang="en-US" dirty="0"/>
            </a:br>
            <a:endParaRPr lang="en-US" dirty="0"/>
          </a:p>
        </p:txBody>
      </p:sp>
      <p:sp>
        <p:nvSpPr>
          <p:cNvPr id="4" name="Footer Placeholder 3">
            <a:extLst>
              <a:ext uri="{FF2B5EF4-FFF2-40B4-BE49-F238E27FC236}">
                <a16:creationId xmlns:a16="http://schemas.microsoft.com/office/drawing/2014/main" id="{7287D169-32E8-A3EE-E540-39E11489C0B2}"/>
              </a:ext>
            </a:extLst>
          </p:cNvPr>
          <p:cNvSpPr>
            <a:spLocks noGrp="1"/>
          </p:cNvSpPr>
          <p:nvPr>
            <p:ph type="ftr" sz="quarter" idx="76"/>
          </p:nvPr>
        </p:nvSpPr>
        <p:spPr/>
        <p:txBody>
          <a:bodyPr/>
          <a:lstStyle/>
          <a:p>
            <a:r>
              <a:rPr lang="en-US" dirty="0"/>
              <a:t>Presentation title</a:t>
            </a:r>
          </a:p>
        </p:txBody>
      </p:sp>
      <p:pic>
        <p:nvPicPr>
          <p:cNvPr id="21" name="Picture Placeholder 20" descr="Team member head shot">
            <a:extLst>
              <a:ext uri="{FF2B5EF4-FFF2-40B4-BE49-F238E27FC236}">
                <a16:creationId xmlns:a16="http://schemas.microsoft.com/office/drawing/2014/main" id="{7EF79273-63D1-7688-D687-A3A054320DA3}"/>
              </a:ext>
            </a:extLst>
          </p:cNvPr>
          <p:cNvPicPr>
            <a:picLocks noGrp="1" noChangeAspect="1"/>
          </p:cNvPicPr>
          <p:nvPr>
            <p:ph type="pic" sz="quarter" idx="48"/>
          </p:nvPr>
        </p:nvPicPr>
        <p:blipFill>
          <a:blip r:embed="rId3"/>
          <a:srcRect l="290" r="290"/>
          <a:stretch>
            <a:fillRect/>
          </a:stretch>
        </p:blipFill>
        <p:spPr/>
      </p:pic>
      <p:pic>
        <p:nvPicPr>
          <p:cNvPr id="22" name="Picture Placeholder 21" descr="Team member head shot">
            <a:extLst>
              <a:ext uri="{FF2B5EF4-FFF2-40B4-BE49-F238E27FC236}">
                <a16:creationId xmlns:a16="http://schemas.microsoft.com/office/drawing/2014/main" id="{ACE3EAF4-4C1D-9470-70D6-9A59B64FE831}"/>
              </a:ext>
            </a:extLst>
          </p:cNvPr>
          <p:cNvPicPr>
            <a:picLocks noGrp="1" noChangeAspect="1"/>
          </p:cNvPicPr>
          <p:nvPr>
            <p:ph type="pic" sz="quarter" idx="69"/>
          </p:nvPr>
        </p:nvPicPr>
        <p:blipFill>
          <a:blip r:embed="rId4"/>
          <a:srcRect l="66" r="66"/>
          <a:stretch>
            <a:fillRect/>
          </a:stretch>
        </p:blipFill>
        <p:spPr/>
      </p:pic>
      <p:pic>
        <p:nvPicPr>
          <p:cNvPr id="23" name="Picture Placeholder 22" descr="Team member head shot">
            <a:extLst>
              <a:ext uri="{FF2B5EF4-FFF2-40B4-BE49-F238E27FC236}">
                <a16:creationId xmlns:a16="http://schemas.microsoft.com/office/drawing/2014/main" id="{85E109E0-6F43-BF42-1334-8F71F2737F6E}"/>
              </a:ext>
            </a:extLst>
          </p:cNvPr>
          <p:cNvPicPr>
            <a:picLocks noGrp="1" noChangeAspect="1"/>
          </p:cNvPicPr>
          <p:nvPr>
            <p:ph type="pic" sz="quarter" idx="70"/>
          </p:nvPr>
        </p:nvPicPr>
        <p:blipFill>
          <a:blip r:embed="rId5"/>
          <a:srcRect l="66" r="66"/>
          <a:stretch>
            <a:fillRect/>
          </a:stretch>
        </p:blipFill>
        <p:spPr/>
      </p:pic>
      <p:pic>
        <p:nvPicPr>
          <p:cNvPr id="24" name="Picture Placeholder 23" descr="Team member head shot">
            <a:extLst>
              <a:ext uri="{FF2B5EF4-FFF2-40B4-BE49-F238E27FC236}">
                <a16:creationId xmlns:a16="http://schemas.microsoft.com/office/drawing/2014/main" id="{62A14532-44B7-EB47-8708-7A06F11CA9A5}"/>
              </a:ext>
            </a:extLst>
          </p:cNvPr>
          <p:cNvPicPr>
            <a:picLocks noGrp="1" noChangeAspect="1"/>
          </p:cNvPicPr>
          <p:nvPr>
            <p:ph type="pic" sz="quarter" idx="71"/>
          </p:nvPr>
        </p:nvPicPr>
        <p:blipFill>
          <a:blip r:embed="rId6"/>
          <a:srcRect l="124" r="124"/>
          <a:stretch>
            <a:fillRect/>
          </a:stretch>
        </p:blipFill>
        <p:spPr/>
      </p:pic>
      <p:sp>
        <p:nvSpPr>
          <p:cNvPr id="134" name="Text Placeholder 133">
            <a:extLst>
              <a:ext uri="{FF2B5EF4-FFF2-40B4-BE49-F238E27FC236}">
                <a16:creationId xmlns:a16="http://schemas.microsoft.com/office/drawing/2014/main" id="{EF408C39-F36B-8A49-1F7E-837E35969338}"/>
              </a:ext>
            </a:extLst>
          </p:cNvPr>
          <p:cNvSpPr>
            <a:spLocks noGrp="1"/>
          </p:cNvSpPr>
          <p:nvPr>
            <p:ph type="body" sz="quarter" idx="27"/>
          </p:nvPr>
        </p:nvSpPr>
        <p:spPr/>
        <p:txBody>
          <a:bodyPr/>
          <a:lstStyle/>
          <a:p>
            <a:r>
              <a:rPr lang="en-US" altLang="zh-CN" dirty="0"/>
              <a:t>Takuma Hayashi</a:t>
            </a:r>
          </a:p>
        </p:txBody>
      </p:sp>
      <p:sp>
        <p:nvSpPr>
          <p:cNvPr id="112" name="Text Placeholder 111">
            <a:extLst>
              <a:ext uri="{FF2B5EF4-FFF2-40B4-BE49-F238E27FC236}">
                <a16:creationId xmlns:a16="http://schemas.microsoft.com/office/drawing/2014/main" id="{18AF0A56-DD67-89FC-BFA3-15B61F65CDDA}"/>
              </a:ext>
            </a:extLst>
          </p:cNvPr>
          <p:cNvSpPr>
            <a:spLocks noGrp="1"/>
          </p:cNvSpPr>
          <p:nvPr>
            <p:ph type="body" sz="quarter" idx="28"/>
          </p:nvPr>
        </p:nvSpPr>
        <p:spPr/>
        <p:txBody>
          <a:bodyPr/>
          <a:lstStyle/>
          <a:p>
            <a:r>
              <a:rPr lang="en-US" dirty="0"/>
              <a:t>President</a:t>
            </a:r>
          </a:p>
          <a:p>
            <a:endParaRPr lang="en-US" dirty="0"/>
          </a:p>
          <a:p>
            <a:endParaRPr lang="en-US" dirty="0"/>
          </a:p>
        </p:txBody>
      </p:sp>
      <p:sp>
        <p:nvSpPr>
          <p:cNvPr id="136" name="Text Placeholder 135">
            <a:extLst>
              <a:ext uri="{FF2B5EF4-FFF2-40B4-BE49-F238E27FC236}">
                <a16:creationId xmlns:a16="http://schemas.microsoft.com/office/drawing/2014/main" id="{9BEF75AB-A2CF-6495-E59F-B961022728C8}"/>
              </a:ext>
            </a:extLst>
          </p:cNvPr>
          <p:cNvSpPr>
            <a:spLocks noGrp="1"/>
          </p:cNvSpPr>
          <p:nvPr>
            <p:ph type="body" sz="quarter" idx="57"/>
          </p:nvPr>
        </p:nvSpPr>
        <p:spPr/>
        <p:txBody>
          <a:bodyPr/>
          <a:lstStyle/>
          <a:p>
            <a:r>
              <a:rPr lang="en-US" altLang="zh-CN" dirty="0"/>
              <a:t>Mirjam Nilsson</a:t>
            </a:r>
          </a:p>
        </p:txBody>
      </p:sp>
      <p:sp>
        <p:nvSpPr>
          <p:cNvPr id="114" name="Text Placeholder 113">
            <a:extLst>
              <a:ext uri="{FF2B5EF4-FFF2-40B4-BE49-F238E27FC236}">
                <a16:creationId xmlns:a16="http://schemas.microsoft.com/office/drawing/2014/main" id="{DA3CD37D-77A2-AD3B-C73E-09D174DD7546}"/>
              </a:ext>
            </a:extLst>
          </p:cNvPr>
          <p:cNvSpPr>
            <a:spLocks noGrp="1"/>
          </p:cNvSpPr>
          <p:nvPr>
            <p:ph type="body" sz="quarter" idx="58"/>
          </p:nvPr>
        </p:nvSpPr>
        <p:spPr/>
        <p:txBody>
          <a:bodyPr/>
          <a:lstStyle/>
          <a:p>
            <a:r>
              <a:rPr lang="en-US" altLang="zh-CN" dirty="0"/>
              <a:t>Chief Executive Officer</a:t>
            </a:r>
          </a:p>
        </p:txBody>
      </p:sp>
      <p:sp>
        <p:nvSpPr>
          <p:cNvPr id="138" name="Text Placeholder 137">
            <a:extLst>
              <a:ext uri="{FF2B5EF4-FFF2-40B4-BE49-F238E27FC236}">
                <a16:creationId xmlns:a16="http://schemas.microsoft.com/office/drawing/2014/main" id="{204E9DAA-AA37-4F2D-9A54-5AA8DCEAB892}"/>
              </a:ext>
            </a:extLst>
          </p:cNvPr>
          <p:cNvSpPr>
            <a:spLocks noGrp="1"/>
          </p:cNvSpPr>
          <p:nvPr>
            <p:ph type="body" sz="quarter" idx="61"/>
          </p:nvPr>
        </p:nvSpPr>
        <p:spPr/>
        <p:txBody>
          <a:bodyPr/>
          <a:lstStyle/>
          <a:p>
            <a:r>
              <a:rPr lang="en-US" altLang="zh-CN" dirty="0"/>
              <a:t>Flora Berggren</a:t>
            </a:r>
          </a:p>
        </p:txBody>
      </p:sp>
      <p:sp>
        <p:nvSpPr>
          <p:cNvPr id="116" name="Text Placeholder 115">
            <a:extLst>
              <a:ext uri="{FF2B5EF4-FFF2-40B4-BE49-F238E27FC236}">
                <a16:creationId xmlns:a16="http://schemas.microsoft.com/office/drawing/2014/main" id="{F6ED7D00-5342-1D60-DDDB-D53A1710D96C}"/>
              </a:ext>
            </a:extLst>
          </p:cNvPr>
          <p:cNvSpPr>
            <a:spLocks noGrp="1"/>
          </p:cNvSpPr>
          <p:nvPr>
            <p:ph type="body" sz="quarter" idx="62"/>
          </p:nvPr>
        </p:nvSpPr>
        <p:spPr/>
        <p:txBody>
          <a:bodyPr/>
          <a:lstStyle/>
          <a:p>
            <a:r>
              <a:rPr lang="en-US" altLang="zh-CN" dirty="0"/>
              <a:t>Chief Operations Officer</a:t>
            </a:r>
          </a:p>
        </p:txBody>
      </p:sp>
      <p:sp>
        <p:nvSpPr>
          <p:cNvPr id="142" name="Text Placeholder 141">
            <a:extLst>
              <a:ext uri="{FF2B5EF4-FFF2-40B4-BE49-F238E27FC236}">
                <a16:creationId xmlns:a16="http://schemas.microsoft.com/office/drawing/2014/main" id="{E919136D-3B44-DA2F-E7D4-D6EEF99678A5}"/>
              </a:ext>
            </a:extLst>
          </p:cNvPr>
          <p:cNvSpPr>
            <a:spLocks noGrp="1"/>
          </p:cNvSpPr>
          <p:nvPr>
            <p:ph type="body" sz="quarter" idx="65"/>
          </p:nvPr>
        </p:nvSpPr>
        <p:spPr/>
        <p:txBody>
          <a:bodyPr/>
          <a:lstStyle/>
          <a:p>
            <a:r>
              <a:rPr lang="en-US" altLang="zh-CN" dirty="0"/>
              <a:t>Rajesh Santoshi</a:t>
            </a:r>
          </a:p>
        </p:txBody>
      </p:sp>
      <p:sp>
        <p:nvSpPr>
          <p:cNvPr id="118" name="Text Placeholder 117">
            <a:extLst>
              <a:ext uri="{FF2B5EF4-FFF2-40B4-BE49-F238E27FC236}">
                <a16:creationId xmlns:a16="http://schemas.microsoft.com/office/drawing/2014/main" id="{00CC9081-1965-5E10-5A66-018337A9F4FF}"/>
              </a:ext>
            </a:extLst>
          </p:cNvPr>
          <p:cNvSpPr>
            <a:spLocks noGrp="1"/>
          </p:cNvSpPr>
          <p:nvPr>
            <p:ph type="body" sz="quarter" idx="66"/>
          </p:nvPr>
        </p:nvSpPr>
        <p:spPr/>
        <p:txBody>
          <a:bodyPr/>
          <a:lstStyle/>
          <a:p>
            <a:r>
              <a:rPr lang="en-US" altLang="zh-CN" dirty="0"/>
              <a:t>VP Marketing</a:t>
            </a:r>
          </a:p>
          <a:p>
            <a:endParaRPr lang="zh-CN" altLang="en-US" dirty="0"/>
          </a:p>
        </p:txBody>
      </p:sp>
      <p:pic>
        <p:nvPicPr>
          <p:cNvPr id="25" name="Picture Placeholder 24" descr="Team member head shot">
            <a:extLst>
              <a:ext uri="{FF2B5EF4-FFF2-40B4-BE49-F238E27FC236}">
                <a16:creationId xmlns:a16="http://schemas.microsoft.com/office/drawing/2014/main" id="{C4278EDC-F728-808C-D295-E0C0DFC531C6}"/>
              </a:ext>
            </a:extLst>
          </p:cNvPr>
          <p:cNvPicPr>
            <a:picLocks noGrp="1" noChangeAspect="1"/>
          </p:cNvPicPr>
          <p:nvPr>
            <p:ph type="pic" sz="quarter" idx="72"/>
          </p:nvPr>
        </p:nvPicPr>
        <p:blipFill>
          <a:blip r:embed="rId7"/>
          <a:srcRect l="290" r="290"/>
          <a:stretch>
            <a:fillRect/>
          </a:stretch>
        </p:blipFill>
        <p:spPr/>
      </p:pic>
      <p:pic>
        <p:nvPicPr>
          <p:cNvPr id="26" name="Picture Placeholder 25" descr="Team member head shot">
            <a:extLst>
              <a:ext uri="{FF2B5EF4-FFF2-40B4-BE49-F238E27FC236}">
                <a16:creationId xmlns:a16="http://schemas.microsoft.com/office/drawing/2014/main" id="{8E1094DB-5DC4-C284-A95B-F7BB4F7FC964}"/>
              </a:ext>
            </a:extLst>
          </p:cNvPr>
          <p:cNvPicPr>
            <a:picLocks noGrp="1" noChangeAspect="1"/>
          </p:cNvPicPr>
          <p:nvPr>
            <p:ph type="pic" sz="quarter" idx="73"/>
          </p:nvPr>
        </p:nvPicPr>
        <p:blipFill>
          <a:blip r:embed="rId8"/>
          <a:srcRect l="66" r="66"/>
          <a:stretch>
            <a:fillRect/>
          </a:stretch>
        </p:blipFill>
        <p:spPr/>
      </p:pic>
      <p:pic>
        <p:nvPicPr>
          <p:cNvPr id="27" name="Picture Placeholder 26" descr="Team member head shot">
            <a:extLst>
              <a:ext uri="{FF2B5EF4-FFF2-40B4-BE49-F238E27FC236}">
                <a16:creationId xmlns:a16="http://schemas.microsoft.com/office/drawing/2014/main" id="{9E9B9737-3575-C7D7-9424-7312C762D7E8}"/>
              </a:ext>
            </a:extLst>
          </p:cNvPr>
          <p:cNvPicPr>
            <a:picLocks noGrp="1" noChangeAspect="1"/>
          </p:cNvPicPr>
          <p:nvPr>
            <p:ph type="pic" sz="quarter" idx="74"/>
          </p:nvPr>
        </p:nvPicPr>
        <p:blipFill>
          <a:blip r:embed="rId9"/>
          <a:srcRect l="66" r="66"/>
          <a:stretch>
            <a:fillRect/>
          </a:stretch>
        </p:blipFill>
        <p:spPr/>
      </p:pic>
      <p:pic>
        <p:nvPicPr>
          <p:cNvPr id="28" name="Picture Placeholder 27" descr="Team member head shot">
            <a:extLst>
              <a:ext uri="{FF2B5EF4-FFF2-40B4-BE49-F238E27FC236}">
                <a16:creationId xmlns:a16="http://schemas.microsoft.com/office/drawing/2014/main" id="{C6F50B64-6066-B1E5-0198-28BA84695F33}"/>
              </a:ext>
            </a:extLst>
          </p:cNvPr>
          <p:cNvPicPr>
            <a:picLocks noGrp="1" noChangeAspect="1"/>
          </p:cNvPicPr>
          <p:nvPr>
            <p:ph type="pic" sz="quarter" idx="75"/>
          </p:nvPr>
        </p:nvPicPr>
        <p:blipFill>
          <a:blip r:embed="rId10"/>
          <a:srcRect l="124" r="124"/>
          <a:stretch>
            <a:fillRect/>
          </a:stretch>
        </p:blipFill>
        <p:spPr/>
      </p:pic>
      <p:sp>
        <p:nvSpPr>
          <p:cNvPr id="132" name="Text Placeholder 131">
            <a:extLst>
              <a:ext uri="{FF2B5EF4-FFF2-40B4-BE49-F238E27FC236}">
                <a16:creationId xmlns:a16="http://schemas.microsoft.com/office/drawing/2014/main" id="{86CBC7CA-4E3E-1E11-06FC-F3D5FEF919A6}"/>
              </a:ext>
            </a:extLst>
          </p:cNvPr>
          <p:cNvSpPr>
            <a:spLocks noGrp="1"/>
          </p:cNvSpPr>
          <p:nvPr>
            <p:ph type="body" sz="quarter" idx="55"/>
          </p:nvPr>
        </p:nvSpPr>
        <p:spPr/>
        <p:txBody>
          <a:bodyPr/>
          <a:lstStyle/>
          <a:p>
            <a:r>
              <a:rPr lang="en-US" dirty="0"/>
              <a:t>Graham Barne</a:t>
            </a:r>
            <a:r>
              <a:rPr lang="en-US" altLang="zh-CN" dirty="0"/>
              <a:t>s</a:t>
            </a:r>
            <a:endParaRPr lang="en-US" dirty="0"/>
          </a:p>
        </p:txBody>
      </p:sp>
      <p:sp>
        <p:nvSpPr>
          <p:cNvPr id="110" name="Text Placeholder 109">
            <a:extLst>
              <a:ext uri="{FF2B5EF4-FFF2-40B4-BE49-F238E27FC236}">
                <a16:creationId xmlns:a16="http://schemas.microsoft.com/office/drawing/2014/main" id="{A8D8F964-5152-933F-0FD8-0441EF137004}"/>
              </a:ext>
            </a:extLst>
          </p:cNvPr>
          <p:cNvSpPr>
            <a:spLocks noGrp="1"/>
          </p:cNvSpPr>
          <p:nvPr>
            <p:ph type="body" sz="quarter" idx="56"/>
          </p:nvPr>
        </p:nvSpPr>
        <p:spPr/>
        <p:txBody>
          <a:bodyPr/>
          <a:lstStyle/>
          <a:p>
            <a:r>
              <a:rPr lang="en-US" dirty="0"/>
              <a:t>VP Product</a:t>
            </a:r>
          </a:p>
          <a:p>
            <a:endParaRPr lang="en-US" dirty="0"/>
          </a:p>
        </p:txBody>
      </p:sp>
      <p:sp>
        <p:nvSpPr>
          <p:cNvPr id="130" name="Text Placeholder 129">
            <a:extLst>
              <a:ext uri="{FF2B5EF4-FFF2-40B4-BE49-F238E27FC236}">
                <a16:creationId xmlns:a16="http://schemas.microsoft.com/office/drawing/2014/main" id="{D7A3F7B8-39FC-A0C3-B527-8DD7897C3C2A}"/>
              </a:ext>
            </a:extLst>
          </p:cNvPr>
          <p:cNvSpPr>
            <a:spLocks noGrp="1"/>
          </p:cNvSpPr>
          <p:nvPr>
            <p:ph type="body" sz="quarter" idx="59"/>
          </p:nvPr>
        </p:nvSpPr>
        <p:spPr/>
        <p:txBody>
          <a:bodyPr/>
          <a:lstStyle/>
          <a:p>
            <a:r>
              <a:rPr lang="en-US" altLang="zh-CN" dirty="0"/>
              <a:t>Rowan Murphy</a:t>
            </a:r>
          </a:p>
        </p:txBody>
      </p:sp>
      <p:sp>
        <p:nvSpPr>
          <p:cNvPr id="108" name="Text Placeholder 107">
            <a:extLst>
              <a:ext uri="{FF2B5EF4-FFF2-40B4-BE49-F238E27FC236}">
                <a16:creationId xmlns:a16="http://schemas.microsoft.com/office/drawing/2014/main" id="{9DD2EF71-C588-557C-6805-3BA27A14E29B}"/>
              </a:ext>
            </a:extLst>
          </p:cNvPr>
          <p:cNvSpPr>
            <a:spLocks noGrp="1"/>
          </p:cNvSpPr>
          <p:nvPr>
            <p:ph type="body" sz="quarter" idx="60"/>
          </p:nvPr>
        </p:nvSpPr>
        <p:spPr/>
        <p:txBody>
          <a:bodyPr/>
          <a:lstStyle/>
          <a:p>
            <a:r>
              <a:rPr lang="en-US" altLang="zh-CN" dirty="0"/>
              <a:t>SEO Strategist</a:t>
            </a:r>
          </a:p>
          <a:p>
            <a:endParaRPr lang="zh-CN" altLang="en-US" dirty="0"/>
          </a:p>
        </p:txBody>
      </p:sp>
      <p:sp>
        <p:nvSpPr>
          <p:cNvPr id="128" name="Text Placeholder 127">
            <a:extLst>
              <a:ext uri="{FF2B5EF4-FFF2-40B4-BE49-F238E27FC236}">
                <a16:creationId xmlns:a16="http://schemas.microsoft.com/office/drawing/2014/main" id="{F2B4F3E8-0A71-10C7-4719-C9FB478A9129}"/>
              </a:ext>
            </a:extLst>
          </p:cNvPr>
          <p:cNvSpPr>
            <a:spLocks noGrp="1"/>
          </p:cNvSpPr>
          <p:nvPr>
            <p:ph type="body" sz="quarter" idx="63"/>
          </p:nvPr>
        </p:nvSpPr>
        <p:spPr/>
        <p:txBody>
          <a:bodyPr/>
          <a:lstStyle/>
          <a:p>
            <a:r>
              <a:rPr lang="en-US" altLang="zh-CN" dirty="0"/>
              <a:t>Elizabeth Moore</a:t>
            </a:r>
          </a:p>
        </p:txBody>
      </p:sp>
      <p:sp>
        <p:nvSpPr>
          <p:cNvPr id="106" name="Text Placeholder 105">
            <a:extLst>
              <a:ext uri="{FF2B5EF4-FFF2-40B4-BE49-F238E27FC236}">
                <a16:creationId xmlns:a16="http://schemas.microsoft.com/office/drawing/2014/main" id="{C3F4B58A-E166-D531-6B68-03C6AC16DFE0}"/>
              </a:ext>
            </a:extLst>
          </p:cNvPr>
          <p:cNvSpPr>
            <a:spLocks noGrp="1"/>
          </p:cNvSpPr>
          <p:nvPr>
            <p:ph type="body" sz="quarter" idx="64"/>
          </p:nvPr>
        </p:nvSpPr>
        <p:spPr/>
        <p:txBody>
          <a:bodyPr/>
          <a:lstStyle/>
          <a:p>
            <a:r>
              <a:rPr lang="en-US" altLang="zh-CN" dirty="0"/>
              <a:t>Product Designer</a:t>
            </a:r>
          </a:p>
          <a:p>
            <a:endParaRPr lang="zh-CN" altLang="en-US"/>
          </a:p>
        </p:txBody>
      </p:sp>
      <p:sp>
        <p:nvSpPr>
          <p:cNvPr id="140" name="Text Placeholder 139">
            <a:extLst>
              <a:ext uri="{FF2B5EF4-FFF2-40B4-BE49-F238E27FC236}">
                <a16:creationId xmlns:a16="http://schemas.microsoft.com/office/drawing/2014/main" id="{2528F54A-A46A-9326-2193-943237532FCE}"/>
              </a:ext>
            </a:extLst>
          </p:cNvPr>
          <p:cNvSpPr>
            <a:spLocks noGrp="1"/>
          </p:cNvSpPr>
          <p:nvPr>
            <p:ph type="body" sz="quarter" idx="67"/>
          </p:nvPr>
        </p:nvSpPr>
        <p:spPr/>
        <p:txBody>
          <a:bodyPr/>
          <a:lstStyle/>
          <a:p>
            <a:r>
              <a:rPr lang="en-US" altLang="zh-CN" dirty="0"/>
              <a:t>Robin Kline</a:t>
            </a:r>
          </a:p>
        </p:txBody>
      </p:sp>
      <p:sp>
        <p:nvSpPr>
          <p:cNvPr id="104" name="Text Placeholder 103">
            <a:extLst>
              <a:ext uri="{FF2B5EF4-FFF2-40B4-BE49-F238E27FC236}">
                <a16:creationId xmlns:a16="http://schemas.microsoft.com/office/drawing/2014/main" id="{518FD4E8-9A30-D19A-0CE1-E025FDE22A18}"/>
              </a:ext>
            </a:extLst>
          </p:cNvPr>
          <p:cNvSpPr>
            <a:spLocks noGrp="1"/>
          </p:cNvSpPr>
          <p:nvPr>
            <p:ph type="body" sz="quarter" idx="68"/>
          </p:nvPr>
        </p:nvSpPr>
        <p:spPr/>
        <p:txBody>
          <a:bodyPr/>
          <a:lstStyle/>
          <a:p>
            <a:r>
              <a:rPr lang="en-US" altLang="zh-CN" dirty="0"/>
              <a:t>Content Developer</a:t>
            </a:r>
          </a:p>
          <a:p>
            <a:endParaRPr lang="zh-CN" altLang="en-US" dirty="0"/>
          </a:p>
        </p:txBody>
      </p:sp>
      <p:sp>
        <p:nvSpPr>
          <p:cNvPr id="5" name="Slide Number Placeholder 4">
            <a:extLst>
              <a:ext uri="{FF2B5EF4-FFF2-40B4-BE49-F238E27FC236}">
                <a16:creationId xmlns:a16="http://schemas.microsoft.com/office/drawing/2014/main" id="{0A3F816F-E557-EF17-FA3D-67F4F647CA3C}"/>
              </a:ext>
            </a:extLst>
          </p:cNvPr>
          <p:cNvSpPr>
            <a:spLocks noGrp="1"/>
          </p:cNvSpPr>
          <p:nvPr>
            <p:ph type="sldNum" sz="quarter" idx="77"/>
          </p:nvPr>
        </p:nvSpPr>
        <p:spPr/>
        <p:txBody>
          <a:bodyPr/>
          <a:lstStyle/>
          <a:p>
            <a:fld id="{47FEACEE-25B4-4A2D-B147-27296E36371D}" type="slidenum">
              <a:rPr lang="en-US" altLang="zh-CN" smtClean="0"/>
              <a:pPr/>
              <a:t>8</a:t>
            </a:fld>
            <a:endParaRPr lang="en-US" altLang="zh-CN" dirty="0"/>
          </a:p>
        </p:txBody>
      </p:sp>
    </p:spTree>
    <p:extLst>
      <p:ext uri="{BB962C8B-B14F-4D97-AF65-F5344CB8AC3E}">
        <p14:creationId xmlns:p14="http://schemas.microsoft.com/office/powerpoint/2010/main" val="3157109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Title 85">
            <a:extLst>
              <a:ext uri="{FF2B5EF4-FFF2-40B4-BE49-F238E27FC236}">
                <a16:creationId xmlns:a16="http://schemas.microsoft.com/office/drawing/2014/main" id="{1E3F7726-AC85-55B8-BDED-51E7BA85CD1C}"/>
              </a:ext>
            </a:extLst>
          </p:cNvPr>
          <p:cNvSpPr>
            <a:spLocks noGrp="1"/>
          </p:cNvSpPr>
          <p:nvPr>
            <p:ph type="title"/>
          </p:nvPr>
        </p:nvSpPr>
        <p:spPr/>
        <p:txBody>
          <a:bodyPr/>
          <a:lstStyle/>
          <a:p>
            <a:r>
              <a:rPr lang="en-US" dirty="0"/>
              <a:t>Plan for product launch</a:t>
            </a:r>
          </a:p>
        </p:txBody>
      </p:sp>
      <p:pic>
        <p:nvPicPr>
          <p:cNvPr id="8" name="Picture Placeholder 7" descr="Businesswoman reviewing sticky notes on a wall">
            <a:extLst>
              <a:ext uri="{FF2B5EF4-FFF2-40B4-BE49-F238E27FC236}">
                <a16:creationId xmlns:a16="http://schemas.microsoft.com/office/drawing/2014/main" id="{66D3A5E9-F687-402F-8477-EE4CD418CA67}"/>
              </a:ext>
            </a:extLst>
          </p:cNvPr>
          <p:cNvPicPr>
            <a:picLocks noGrp="1" noChangeAspect="1"/>
          </p:cNvPicPr>
          <p:nvPr>
            <p:ph type="pic" sz="quarter" idx="57"/>
          </p:nvPr>
        </p:nvPicPr>
        <p:blipFill>
          <a:blip r:embed="rId3" cstate="print">
            <a:extLst>
              <a:ext uri="{28A0092B-C50C-407E-A947-70E740481C1C}">
                <a14:useLocalDpi xmlns:a14="http://schemas.microsoft.com/office/drawing/2010/main"/>
              </a:ext>
            </a:extLst>
          </a:blip>
          <a:srcRect/>
          <a:stretch>
            <a:fillRect/>
          </a:stretch>
        </p:blipFill>
        <p:spPr/>
      </p:pic>
      <p:sp>
        <p:nvSpPr>
          <p:cNvPr id="29" name="Text Placeholder">
            <a:extLst>
              <a:ext uri="{FF2B5EF4-FFF2-40B4-BE49-F238E27FC236}">
                <a16:creationId xmlns:a16="http://schemas.microsoft.com/office/drawing/2014/main" id="{0490F6D4-84D0-42DF-A807-E56706B577D6}"/>
              </a:ext>
            </a:extLst>
          </p:cNvPr>
          <p:cNvSpPr>
            <a:spLocks noGrp="1"/>
          </p:cNvSpPr>
          <p:nvPr>
            <p:ph type="body" sz="quarter" idx="27"/>
          </p:nvPr>
        </p:nvSpPr>
        <p:spPr/>
        <p:txBody>
          <a:bodyPr/>
          <a:lstStyle/>
          <a:p>
            <a:r>
              <a:rPr lang="en-US" altLang="zh-CN" dirty="0"/>
              <a:t>Planning</a:t>
            </a:r>
          </a:p>
          <a:p>
            <a:endParaRPr lang="zh-CN" altLang="en-US"/>
          </a:p>
        </p:txBody>
      </p:sp>
      <p:sp>
        <p:nvSpPr>
          <p:cNvPr id="30" name="Text Placeholder">
            <a:extLst>
              <a:ext uri="{FF2B5EF4-FFF2-40B4-BE49-F238E27FC236}">
                <a16:creationId xmlns:a16="http://schemas.microsoft.com/office/drawing/2014/main" id="{99E3B6AA-5679-428D-B466-0173CBC55728}"/>
              </a:ext>
            </a:extLst>
          </p:cNvPr>
          <p:cNvSpPr>
            <a:spLocks noGrp="1"/>
          </p:cNvSpPr>
          <p:nvPr>
            <p:ph type="body" sz="quarter" idx="28"/>
          </p:nvPr>
        </p:nvSpPr>
        <p:spPr/>
        <p:txBody>
          <a:bodyPr/>
          <a:lstStyle/>
          <a:p>
            <a:r>
              <a:rPr lang="en-US" altLang="zh-CN" dirty="0"/>
              <a:t>Synergize scalable e-commerce</a:t>
            </a:r>
          </a:p>
          <a:p>
            <a:endParaRPr lang="zh-CN" altLang="en-US" dirty="0"/>
          </a:p>
        </p:txBody>
      </p:sp>
      <p:pic>
        <p:nvPicPr>
          <p:cNvPr id="10" name="Picture Placeholder 9" descr="People working in office">
            <a:extLst>
              <a:ext uri="{FF2B5EF4-FFF2-40B4-BE49-F238E27FC236}">
                <a16:creationId xmlns:a16="http://schemas.microsoft.com/office/drawing/2014/main" id="{D249D9CF-86A2-4E7B-8B6F-D02EE968C997}"/>
              </a:ext>
            </a:extLst>
          </p:cNvPr>
          <p:cNvPicPr>
            <a:picLocks noGrp="1" noChangeAspect="1"/>
          </p:cNvPicPr>
          <p:nvPr>
            <p:ph type="pic" sz="quarter" idx="58"/>
          </p:nvPr>
        </p:nvPicPr>
        <p:blipFill>
          <a:blip r:embed="rId4" cstate="print">
            <a:extLst>
              <a:ext uri="{28A0092B-C50C-407E-A947-70E740481C1C}">
                <a14:useLocalDpi xmlns:a14="http://schemas.microsoft.com/office/drawing/2010/main"/>
              </a:ext>
            </a:extLst>
          </a:blip>
          <a:srcRect/>
          <a:stretch>
            <a:fillRect/>
          </a:stretch>
        </p:blipFill>
        <p:spPr/>
      </p:pic>
      <p:sp>
        <p:nvSpPr>
          <p:cNvPr id="37" name="Text Placeholder">
            <a:extLst>
              <a:ext uri="{FF2B5EF4-FFF2-40B4-BE49-F238E27FC236}">
                <a16:creationId xmlns:a16="http://schemas.microsoft.com/office/drawing/2014/main" id="{3A30B02E-FBE1-41C5-AF6E-E1013275E84A}"/>
              </a:ext>
            </a:extLst>
          </p:cNvPr>
          <p:cNvSpPr>
            <a:spLocks noGrp="1"/>
          </p:cNvSpPr>
          <p:nvPr>
            <p:ph type="body" sz="quarter" idx="49"/>
          </p:nvPr>
        </p:nvSpPr>
        <p:spPr/>
        <p:txBody>
          <a:bodyPr/>
          <a:lstStyle/>
          <a:p>
            <a:r>
              <a:rPr lang="en-US" altLang="zh-CN" dirty="0"/>
              <a:t>Marketing</a:t>
            </a:r>
          </a:p>
          <a:p>
            <a:endParaRPr lang="zh-CN" altLang="en-US"/>
          </a:p>
        </p:txBody>
      </p:sp>
      <p:sp>
        <p:nvSpPr>
          <p:cNvPr id="38" name="Text Placeholder">
            <a:extLst>
              <a:ext uri="{FF2B5EF4-FFF2-40B4-BE49-F238E27FC236}">
                <a16:creationId xmlns:a16="http://schemas.microsoft.com/office/drawing/2014/main" id="{6BEF3457-28AE-41BA-B285-C77561919C1A}"/>
              </a:ext>
            </a:extLst>
          </p:cNvPr>
          <p:cNvSpPr>
            <a:spLocks noGrp="1"/>
          </p:cNvSpPr>
          <p:nvPr>
            <p:ph type="body" sz="quarter" idx="50"/>
          </p:nvPr>
        </p:nvSpPr>
        <p:spPr/>
        <p:txBody>
          <a:bodyPr/>
          <a:lstStyle/>
          <a:p>
            <a:r>
              <a:rPr lang="en-US" altLang="zh-CN" dirty="0"/>
              <a:t>Disseminate standardized </a:t>
            </a:r>
          </a:p>
          <a:p>
            <a:r>
              <a:rPr lang="en-US" altLang="zh-CN" dirty="0"/>
              <a:t>metrics</a:t>
            </a:r>
          </a:p>
          <a:p>
            <a:endParaRPr lang="zh-CN" altLang="en-US" dirty="0"/>
          </a:p>
        </p:txBody>
      </p:sp>
      <p:pic>
        <p:nvPicPr>
          <p:cNvPr id="12" name="Picture Placeholder 11" descr="Layout of website design sketches on white paper">
            <a:extLst>
              <a:ext uri="{FF2B5EF4-FFF2-40B4-BE49-F238E27FC236}">
                <a16:creationId xmlns:a16="http://schemas.microsoft.com/office/drawing/2014/main" id="{3D51D04D-653C-45AE-9DDF-BE96BA267A6B}"/>
              </a:ext>
            </a:extLst>
          </p:cNvPr>
          <p:cNvPicPr>
            <a:picLocks noGrp="1" noChangeAspect="1"/>
          </p:cNvPicPr>
          <p:nvPr>
            <p:ph type="pic" sz="quarter" idx="59"/>
          </p:nvPr>
        </p:nvPicPr>
        <p:blipFill>
          <a:blip r:embed="rId5" cstate="print">
            <a:extLst>
              <a:ext uri="{28A0092B-C50C-407E-A947-70E740481C1C}">
                <a14:useLocalDpi xmlns:a14="http://schemas.microsoft.com/office/drawing/2010/main"/>
              </a:ext>
            </a:extLst>
          </a:blip>
          <a:srcRect/>
          <a:stretch>
            <a:fillRect/>
          </a:stretch>
        </p:blipFill>
        <p:spPr/>
      </p:pic>
      <p:sp>
        <p:nvSpPr>
          <p:cNvPr id="39" name="Text Placeholder">
            <a:extLst>
              <a:ext uri="{FF2B5EF4-FFF2-40B4-BE49-F238E27FC236}">
                <a16:creationId xmlns:a16="http://schemas.microsoft.com/office/drawing/2014/main" id="{1B558BFC-AA9F-4991-A6BB-D56BEC07C16E}"/>
              </a:ext>
            </a:extLst>
          </p:cNvPr>
          <p:cNvSpPr>
            <a:spLocks noGrp="1"/>
          </p:cNvSpPr>
          <p:nvPr>
            <p:ph type="body" sz="quarter" idx="51"/>
          </p:nvPr>
        </p:nvSpPr>
        <p:spPr/>
        <p:txBody>
          <a:bodyPr/>
          <a:lstStyle/>
          <a:p>
            <a:r>
              <a:rPr lang="en-US" altLang="zh-CN" dirty="0"/>
              <a:t>Design</a:t>
            </a:r>
          </a:p>
          <a:p>
            <a:endParaRPr lang="zh-CN" altLang="en-US"/>
          </a:p>
        </p:txBody>
      </p:sp>
      <p:sp>
        <p:nvSpPr>
          <p:cNvPr id="40" name="Text Placeholder">
            <a:extLst>
              <a:ext uri="{FF2B5EF4-FFF2-40B4-BE49-F238E27FC236}">
                <a16:creationId xmlns:a16="http://schemas.microsoft.com/office/drawing/2014/main" id="{17095E6E-F279-4342-B53E-E53B820336B3}"/>
              </a:ext>
            </a:extLst>
          </p:cNvPr>
          <p:cNvSpPr>
            <a:spLocks noGrp="1"/>
          </p:cNvSpPr>
          <p:nvPr>
            <p:ph type="body" sz="quarter" idx="52"/>
          </p:nvPr>
        </p:nvSpPr>
        <p:spPr/>
        <p:txBody>
          <a:bodyPr/>
          <a:lstStyle/>
          <a:p>
            <a:r>
              <a:rPr lang="en-US" altLang="zh-CN" dirty="0"/>
              <a:t>Coordinate</a:t>
            </a:r>
          </a:p>
          <a:p>
            <a:r>
              <a:rPr lang="en-US" altLang="zh-CN" dirty="0"/>
              <a:t>e-business applications</a:t>
            </a:r>
          </a:p>
        </p:txBody>
      </p:sp>
      <p:pic>
        <p:nvPicPr>
          <p:cNvPr id="14" name="Picture Placeholder 13" descr="Empty office chairs">
            <a:extLst>
              <a:ext uri="{FF2B5EF4-FFF2-40B4-BE49-F238E27FC236}">
                <a16:creationId xmlns:a16="http://schemas.microsoft.com/office/drawing/2014/main" id="{33C59A08-3A06-4556-AC83-C1337E73D0B3}"/>
              </a:ext>
            </a:extLst>
          </p:cNvPr>
          <p:cNvPicPr>
            <a:picLocks noGrp="1" noChangeAspect="1"/>
          </p:cNvPicPr>
          <p:nvPr>
            <p:ph type="pic" sz="quarter" idx="60"/>
          </p:nvPr>
        </p:nvPicPr>
        <p:blipFill>
          <a:blip r:embed="rId6" cstate="print">
            <a:extLst>
              <a:ext uri="{28A0092B-C50C-407E-A947-70E740481C1C}">
                <a14:useLocalDpi xmlns:a14="http://schemas.microsoft.com/office/drawing/2010/main"/>
              </a:ext>
            </a:extLst>
          </a:blip>
          <a:srcRect/>
          <a:stretch>
            <a:fillRect/>
          </a:stretch>
        </p:blipFill>
        <p:spPr>
          <a:xfrm>
            <a:off x="7361472" y="2073439"/>
            <a:ext cx="1621032" cy="1841551"/>
          </a:xfrm>
        </p:spPr>
      </p:pic>
      <p:sp>
        <p:nvSpPr>
          <p:cNvPr id="41" name="Text Placeholder">
            <a:extLst>
              <a:ext uri="{FF2B5EF4-FFF2-40B4-BE49-F238E27FC236}">
                <a16:creationId xmlns:a16="http://schemas.microsoft.com/office/drawing/2014/main" id="{DBA8686B-D3EF-40DF-939C-F875885DD598}"/>
              </a:ext>
            </a:extLst>
          </p:cNvPr>
          <p:cNvSpPr>
            <a:spLocks noGrp="1"/>
          </p:cNvSpPr>
          <p:nvPr>
            <p:ph type="body" sz="quarter" idx="53"/>
          </p:nvPr>
        </p:nvSpPr>
        <p:spPr/>
        <p:txBody>
          <a:bodyPr/>
          <a:lstStyle/>
          <a:p>
            <a:r>
              <a:rPr lang="en-US" altLang="zh-CN" dirty="0"/>
              <a:t>Strategy</a:t>
            </a:r>
          </a:p>
          <a:p>
            <a:endParaRPr lang="zh-CN" altLang="en-US"/>
          </a:p>
        </p:txBody>
      </p:sp>
      <p:sp>
        <p:nvSpPr>
          <p:cNvPr id="42" name="Text Placeholder">
            <a:extLst>
              <a:ext uri="{FF2B5EF4-FFF2-40B4-BE49-F238E27FC236}">
                <a16:creationId xmlns:a16="http://schemas.microsoft.com/office/drawing/2014/main" id="{6BF979FF-A4F0-4625-889A-AB985F98B2D4}"/>
              </a:ext>
            </a:extLst>
          </p:cNvPr>
          <p:cNvSpPr>
            <a:spLocks noGrp="1"/>
          </p:cNvSpPr>
          <p:nvPr>
            <p:ph type="body" sz="quarter" idx="54"/>
          </p:nvPr>
        </p:nvSpPr>
        <p:spPr/>
        <p:txBody>
          <a:bodyPr/>
          <a:lstStyle/>
          <a:p>
            <a:pPr lvl="0"/>
            <a:r>
              <a:rPr lang="en-US" dirty="0"/>
              <a:t>Foster holistically superior methodologies</a:t>
            </a:r>
          </a:p>
        </p:txBody>
      </p:sp>
      <p:pic>
        <p:nvPicPr>
          <p:cNvPr id="90" name="Picture Placeholder 89" descr="People around a table on their laptops">
            <a:extLst>
              <a:ext uri="{FF2B5EF4-FFF2-40B4-BE49-F238E27FC236}">
                <a16:creationId xmlns:a16="http://schemas.microsoft.com/office/drawing/2014/main" id="{241F4F4E-4DAB-34E3-D036-85F0CB76A536}"/>
              </a:ext>
            </a:extLst>
          </p:cNvPr>
          <p:cNvPicPr>
            <a:picLocks noGrp="1" noChangeAspect="1"/>
          </p:cNvPicPr>
          <p:nvPr>
            <p:ph type="pic" sz="quarter" idx="61"/>
          </p:nvPr>
        </p:nvPicPr>
        <p:blipFill rotWithShape="1">
          <a:blip r:embed="rId7" cstate="print">
            <a:extLst>
              <a:ext uri="{28A0092B-C50C-407E-A947-70E740481C1C}">
                <a14:useLocalDpi xmlns:a14="http://schemas.microsoft.com/office/drawing/2010/main"/>
              </a:ext>
            </a:extLst>
          </a:blip>
          <a:srcRect/>
          <a:stretch/>
        </p:blipFill>
        <p:spPr/>
      </p:pic>
      <p:sp>
        <p:nvSpPr>
          <p:cNvPr id="43" name="Text Placeholder">
            <a:extLst>
              <a:ext uri="{FF2B5EF4-FFF2-40B4-BE49-F238E27FC236}">
                <a16:creationId xmlns:a16="http://schemas.microsoft.com/office/drawing/2014/main" id="{759A333C-6D37-427A-BE2A-4C2660134A5A}"/>
              </a:ext>
            </a:extLst>
          </p:cNvPr>
          <p:cNvSpPr>
            <a:spLocks noGrp="1"/>
          </p:cNvSpPr>
          <p:nvPr>
            <p:ph type="body" sz="quarter" idx="55"/>
          </p:nvPr>
        </p:nvSpPr>
        <p:spPr/>
        <p:txBody>
          <a:bodyPr/>
          <a:lstStyle/>
          <a:p>
            <a:r>
              <a:rPr lang="en-US" altLang="zh-CN" dirty="0"/>
              <a:t>Launch</a:t>
            </a:r>
          </a:p>
          <a:p>
            <a:endParaRPr lang="zh-CN" altLang="en-US"/>
          </a:p>
        </p:txBody>
      </p:sp>
      <p:sp>
        <p:nvSpPr>
          <p:cNvPr id="50" name="Text Placeholder">
            <a:extLst>
              <a:ext uri="{FF2B5EF4-FFF2-40B4-BE49-F238E27FC236}">
                <a16:creationId xmlns:a16="http://schemas.microsoft.com/office/drawing/2014/main" id="{4E9BE8F8-2FF1-43CB-B1AA-4F07E411D171}"/>
              </a:ext>
            </a:extLst>
          </p:cNvPr>
          <p:cNvSpPr>
            <a:spLocks noGrp="1"/>
          </p:cNvSpPr>
          <p:nvPr>
            <p:ph type="body" sz="quarter" idx="56"/>
          </p:nvPr>
        </p:nvSpPr>
        <p:spPr/>
        <p:txBody>
          <a:bodyPr/>
          <a:lstStyle/>
          <a:p>
            <a:r>
              <a:rPr lang="en-US" altLang="zh-CN" dirty="0"/>
              <a:t>Deploy strategic networks with compelling</a:t>
            </a:r>
          </a:p>
          <a:p>
            <a:r>
              <a:rPr lang="en-US" altLang="zh-CN" dirty="0"/>
              <a:t>e-business needs</a:t>
            </a:r>
          </a:p>
          <a:p>
            <a:endParaRPr lang="zh-CN" altLang="en-US" dirty="0"/>
          </a:p>
        </p:txBody>
      </p:sp>
      <p:sp>
        <p:nvSpPr>
          <p:cNvPr id="4" name="Footer Placeholder 3">
            <a:extLst>
              <a:ext uri="{FF2B5EF4-FFF2-40B4-BE49-F238E27FC236}">
                <a16:creationId xmlns:a16="http://schemas.microsoft.com/office/drawing/2014/main" id="{695DA9C9-8185-D0AB-3C76-BC1CABABA354}"/>
              </a:ext>
            </a:extLst>
          </p:cNvPr>
          <p:cNvSpPr>
            <a:spLocks noGrp="1"/>
          </p:cNvSpPr>
          <p:nvPr>
            <p:ph type="ftr" sz="quarter" idx="62"/>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58D9DED-0D81-19D6-DF40-E6B4B5BFEF9E}"/>
              </a:ext>
            </a:extLst>
          </p:cNvPr>
          <p:cNvSpPr>
            <a:spLocks noGrp="1"/>
          </p:cNvSpPr>
          <p:nvPr>
            <p:ph type="sldNum" sz="quarter" idx="63"/>
          </p:nvPr>
        </p:nvSpPr>
        <p:spPr/>
        <p:txBody>
          <a:bodyPr/>
          <a:lstStyle/>
          <a:p>
            <a:fld id="{47FEACEE-25B4-4A2D-B147-27296E36371D}" type="slidenum">
              <a:rPr lang="en-US" altLang="zh-CN" smtClean="0"/>
              <a:pPr/>
              <a:t>9</a:t>
            </a:fld>
            <a:endParaRPr lang="en-US" altLang="zh-CN" dirty="0"/>
          </a:p>
        </p:txBody>
      </p:sp>
    </p:spTree>
    <p:extLst>
      <p:ext uri="{BB962C8B-B14F-4D97-AF65-F5344CB8AC3E}">
        <p14:creationId xmlns:p14="http://schemas.microsoft.com/office/powerpoint/2010/main" val="2517140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itle 37">
            <a:extLst>
              <a:ext uri="{FF2B5EF4-FFF2-40B4-BE49-F238E27FC236}">
                <a16:creationId xmlns:a16="http://schemas.microsoft.com/office/drawing/2014/main" id="{478CB64C-71AF-6B72-8069-000DD250502E}"/>
              </a:ext>
            </a:extLst>
          </p:cNvPr>
          <p:cNvSpPr>
            <a:spLocks noGrp="1"/>
          </p:cNvSpPr>
          <p:nvPr>
            <p:ph type="title"/>
          </p:nvPr>
        </p:nvSpPr>
        <p:spPr/>
        <p:txBody>
          <a:bodyPr/>
          <a:lstStyle/>
          <a:p>
            <a:r>
              <a:rPr lang="en-US" dirty="0"/>
              <a:t>Plan for product launch </a:t>
            </a:r>
          </a:p>
        </p:txBody>
      </p:sp>
      <p:sp>
        <p:nvSpPr>
          <p:cNvPr id="40" name="Text Placeholder 39">
            <a:extLst>
              <a:ext uri="{FF2B5EF4-FFF2-40B4-BE49-F238E27FC236}">
                <a16:creationId xmlns:a16="http://schemas.microsoft.com/office/drawing/2014/main" id="{FA2F9A05-8E79-46FF-1ABA-927EF2D69BC5}"/>
              </a:ext>
            </a:extLst>
          </p:cNvPr>
          <p:cNvSpPr>
            <a:spLocks noGrp="1"/>
          </p:cNvSpPr>
          <p:nvPr>
            <p:ph type="body" sz="quarter" idx="27"/>
          </p:nvPr>
        </p:nvSpPr>
        <p:spPr/>
        <p:txBody>
          <a:bodyPr/>
          <a:lstStyle/>
          <a:p>
            <a:r>
              <a:rPr lang="en-US" dirty="0"/>
              <a:t>Planning</a:t>
            </a:r>
          </a:p>
        </p:txBody>
      </p:sp>
      <p:sp>
        <p:nvSpPr>
          <p:cNvPr id="50" name="Text Placeholder 49">
            <a:extLst>
              <a:ext uri="{FF2B5EF4-FFF2-40B4-BE49-F238E27FC236}">
                <a16:creationId xmlns:a16="http://schemas.microsoft.com/office/drawing/2014/main" id="{0532F467-8DBE-D445-0CF7-D5D242DAD663}"/>
              </a:ext>
            </a:extLst>
          </p:cNvPr>
          <p:cNvSpPr>
            <a:spLocks noGrp="1"/>
          </p:cNvSpPr>
          <p:nvPr>
            <p:ph type="body" sz="quarter" idx="32"/>
          </p:nvPr>
        </p:nvSpPr>
        <p:spPr/>
        <p:txBody>
          <a:bodyPr/>
          <a:lstStyle/>
          <a:p>
            <a:pPr lvl="0"/>
            <a:r>
              <a:rPr lang="en-US" dirty="0"/>
              <a:t>Synergize scalable</a:t>
            </a:r>
          </a:p>
          <a:p>
            <a:pPr lvl="0"/>
            <a:r>
              <a:rPr lang="en-US" dirty="0"/>
              <a:t>e-commerce</a:t>
            </a:r>
          </a:p>
        </p:txBody>
      </p:sp>
      <p:sp>
        <p:nvSpPr>
          <p:cNvPr id="42" name="Text Placeholder 41">
            <a:extLst>
              <a:ext uri="{FF2B5EF4-FFF2-40B4-BE49-F238E27FC236}">
                <a16:creationId xmlns:a16="http://schemas.microsoft.com/office/drawing/2014/main" id="{48BF8F22-E288-84B0-03E9-82D678051D45}"/>
              </a:ext>
            </a:extLst>
          </p:cNvPr>
          <p:cNvSpPr>
            <a:spLocks noGrp="1"/>
          </p:cNvSpPr>
          <p:nvPr>
            <p:ph type="body" sz="quarter" idx="46"/>
          </p:nvPr>
        </p:nvSpPr>
        <p:spPr/>
        <p:txBody>
          <a:bodyPr/>
          <a:lstStyle/>
          <a:p>
            <a:r>
              <a:rPr lang="en-US" dirty="0"/>
              <a:t>Marketing</a:t>
            </a:r>
          </a:p>
        </p:txBody>
      </p:sp>
      <p:sp>
        <p:nvSpPr>
          <p:cNvPr id="52" name="Text Placeholder 51">
            <a:extLst>
              <a:ext uri="{FF2B5EF4-FFF2-40B4-BE49-F238E27FC236}">
                <a16:creationId xmlns:a16="http://schemas.microsoft.com/office/drawing/2014/main" id="{BACB9342-C47E-6729-46BE-F10DBB78182A}"/>
              </a:ext>
            </a:extLst>
          </p:cNvPr>
          <p:cNvSpPr>
            <a:spLocks noGrp="1"/>
          </p:cNvSpPr>
          <p:nvPr>
            <p:ph type="body" sz="quarter" idx="50"/>
          </p:nvPr>
        </p:nvSpPr>
        <p:spPr/>
        <p:txBody>
          <a:bodyPr/>
          <a:lstStyle/>
          <a:p>
            <a:r>
              <a:rPr lang="en-US" dirty="0"/>
              <a:t>Disseminate standardized metrics</a:t>
            </a:r>
          </a:p>
          <a:p>
            <a:endParaRPr lang="en-US" dirty="0"/>
          </a:p>
        </p:txBody>
      </p:sp>
      <p:sp>
        <p:nvSpPr>
          <p:cNvPr id="44" name="Text Placeholder 43">
            <a:extLst>
              <a:ext uri="{FF2B5EF4-FFF2-40B4-BE49-F238E27FC236}">
                <a16:creationId xmlns:a16="http://schemas.microsoft.com/office/drawing/2014/main" id="{D0C47E92-8875-E555-5480-8A9BAEE853A7}"/>
              </a:ext>
            </a:extLst>
          </p:cNvPr>
          <p:cNvSpPr>
            <a:spLocks noGrp="1"/>
          </p:cNvSpPr>
          <p:nvPr>
            <p:ph type="body" sz="quarter" idx="47"/>
          </p:nvPr>
        </p:nvSpPr>
        <p:spPr/>
        <p:txBody>
          <a:bodyPr/>
          <a:lstStyle/>
          <a:p>
            <a:r>
              <a:rPr lang="en-US" dirty="0"/>
              <a:t>Design</a:t>
            </a:r>
          </a:p>
        </p:txBody>
      </p:sp>
      <p:sp>
        <p:nvSpPr>
          <p:cNvPr id="54" name="Text Placeholder 53">
            <a:extLst>
              <a:ext uri="{FF2B5EF4-FFF2-40B4-BE49-F238E27FC236}">
                <a16:creationId xmlns:a16="http://schemas.microsoft.com/office/drawing/2014/main" id="{DDCD388C-8374-D810-DCE5-554B7E05F55A}"/>
              </a:ext>
            </a:extLst>
          </p:cNvPr>
          <p:cNvSpPr>
            <a:spLocks noGrp="1"/>
          </p:cNvSpPr>
          <p:nvPr>
            <p:ph type="body" sz="quarter" idx="51"/>
          </p:nvPr>
        </p:nvSpPr>
        <p:spPr/>
        <p:txBody>
          <a:bodyPr/>
          <a:lstStyle/>
          <a:p>
            <a:pPr lvl="0"/>
            <a:r>
              <a:rPr lang="en-US" dirty="0"/>
              <a:t>Coordinate</a:t>
            </a:r>
          </a:p>
          <a:p>
            <a:pPr lvl="0"/>
            <a:r>
              <a:rPr lang="en-US" dirty="0"/>
              <a:t>e-business applications</a:t>
            </a:r>
          </a:p>
          <a:p>
            <a:endParaRPr lang="en-US" dirty="0"/>
          </a:p>
        </p:txBody>
      </p:sp>
      <p:sp>
        <p:nvSpPr>
          <p:cNvPr id="46" name="Text Placeholder 45">
            <a:extLst>
              <a:ext uri="{FF2B5EF4-FFF2-40B4-BE49-F238E27FC236}">
                <a16:creationId xmlns:a16="http://schemas.microsoft.com/office/drawing/2014/main" id="{B87AFF1A-EF07-5FBF-C582-29AE302A47D5}"/>
              </a:ext>
            </a:extLst>
          </p:cNvPr>
          <p:cNvSpPr>
            <a:spLocks noGrp="1"/>
          </p:cNvSpPr>
          <p:nvPr>
            <p:ph type="body" sz="quarter" idx="48"/>
          </p:nvPr>
        </p:nvSpPr>
        <p:spPr/>
        <p:txBody>
          <a:bodyPr/>
          <a:lstStyle/>
          <a:p>
            <a:r>
              <a:rPr lang="en-US" dirty="0"/>
              <a:t>Strategy</a:t>
            </a:r>
          </a:p>
        </p:txBody>
      </p:sp>
      <p:sp>
        <p:nvSpPr>
          <p:cNvPr id="56" name="Text Placeholder 55">
            <a:extLst>
              <a:ext uri="{FF2B5EF4-FFF2-40B4-BE49-F238E27FC236}">
                <a16:creationId xmlns:a16="http://schemas.microsoft.com/office/drawing/2014/main" id="{E62055F1-67DB-9D6D-ABE2-20C3B2514A43}"/>
              </a:ext>
            </a:extLst>
          </p:cNvPr>
          <p:cNvSpPr>
            <a:spLocks noGrp="1"/>
          </p:cNvSpPr>
          <p:nvPr>
            <p:ph type="body" sz="quarter" idx="52"/>
          </p:nvPr>
        </p:nvSpPr>
        <p:spPr/>
        <p:txBody>
          <a:bodyPr/>
          <a:lstStyle/>
          <a:p>
            <a:pPr lvl="0"/>
            <a:r>
              <a:rPr lang="en-US" dirty="0"/>
              <a:t>Foster holistically superior methodologies</a:t>
            </a:r>
          </a:p>
          <a:p>
            <a:endParaRPr lang="en-US" dirty="0"/>
          </a:p>
        </p:txBody>
      </p:sp>
      <p:sp>
        <p:nvSpPr>
          <p:cNvPr id="48" name="Text Placeholder 47">
            <a:extLst>
              <a:ext uri="{FF2B5EF4-FFF2-40B4-BE49-F238E27FC236}">
                <a16:creationId xmlns:a16="http://schemas.microsoft.com/office/drawing/2014/main" id="{9303DF4A-6DF5-9082-4ABE-2B0D5433359A}"/>
              </a:ext>
            </a:extLst>
          </p:cNvPr>
          <p:cNvSpPr>
            <a:spLocks noGrp="1"/>
          </p:cNvSpPr>
          <p:nvPr>
            <p:ph type="body" sz="quarter" idx="49"/>
          </p:nvPr>
        </p:nvSpPr>
        <p:spPr/>
        <p:txBody>
          <a:bodyPr/>
          <a:lstStyle/>
          <a:p>
            <a:r>
              <a:rPr lang="en-US" dirty="0"/>
              <a:t>Launch</a:t>
            </a:r>
          </a:p>
        </p:txBody>
      </p:sp>
      <p:sp>
        <p:nvSpPr>
          <p:cNvPr id="58" name="Text Placeholder 57">
            <a:extLst>
              <a:ext uri="{FF2B5EF4-FFF2-40B4-BE49-F238E27FC236}">
                <a16:creationId xmlns:a16="http://schemas.microsoft.com/office/drawing/2014/main" id="{0930742F-3693-100E-944F-A04AB5320145}"/>
              </a:ext>
            </a:extLst>
          </p:cNvPr>
          <p:cNvSpPr>
            <a:spLocks noGrp="1"/>
          </p:cNvSpPr>
          <p:nvPr>
            <p:ph type="body" sz="quarter" idx="53"/>
          </p:nvPr>
        </p:nvSpPr>
        <p:spPr/>
        <p:txBody>
          <a:bodyPr/>
          <a:lstStyle/>
          <a:p>
            <a:pPr lvl="0"/>
            <a:r>
              <a:rPr lang="en-US" dirty="0"/>
              <a:t>Deploy strategic networks with compelling</a:t>
            </a:r>
          </a:p>
          <a:p>
            <a:pPr lvl="0"/>
            <a:r>
              <a:rPr lang="en-US" dirty="0"/>
              <a:t>e-business needs</a:t>
            </a:r>
          </a:p>
          <a:p>
            <a:endParaRPr lang="en-US" dirty="0"/>
          </a:p>
        </p:txBody>
      </p:sp>
      <p:sp>
        <p:nvSpPr>
          <p:cNvPr id="26" name="Rectangle 25">
            <a:extLst>
              <a:ext uri="{FF2B5EF4-FFF2-40B4-BE49-F238E27FC236}">
                <a16:creationId xmlns:a16="http://schemas.microsoft.com/office/drawing/2014/main" id="{285177ED-2E57-8FF5-AFD8-AA79A7B24B3D}"/>
              </a:ext>
              <a:ext uri="{C183D7F6-B498-43B3-948B-1728B52AA6E4}">
                <adec:decorative xmlns:adec="http://schemas.microsoft.com/office/drawing/2017/decorative" val="1"/>
              </a:ext>
            </a:extLst>
          </p:cNvPr>
          <p:cNvSpPr/>
          <p:nvPr/>
        </p:nvSpPr>
        <p:spPr>
          <a:xfrm>
            <a:off x="845392" y="2066625"/>
            <a:ext cx="10515600" cy="859536"/>
          </a:xfrm>
          <a:prstGeom prst="rect">
            <a:avLst/>
          </a:prstGeom>
          <a:noFill/>
          <a:ln w="28575">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latin typeface="+mn-lt"/>
            </a:endParaRPr>
          </a:p>
        </p:txBody>
      </p:sp>
      <p:sp>
        <p:nvSpPr>
          <p:cNvPr id="4" name="Footer Placeholder 3">
            <a:extLst>
              <a:ext uri="{FF2B5EF4-FFF2-40B4-BE49-F238E27FC236}">
                <a16:creationId xmlns:a16="http://schemas.microsoft.com/office/drawing/2014/main" id="{DEFD68CE-EF5C-4046-41F5-3763D028DAE5}"/>
              </a:ext>
            </a:extLst>
          </p:cNvPr>
          <p:cNvSpPr>
            <a:spLocks noGrp="1"/>
          </p:cNvSpPr>
          <p:nvPr>
            <p:ph type="ftr" sz="quarter" idx="54"/>
          </p:nvPr>
        </p:nvSpPr>
        <p:spPr/>
        <p:txBody>
          <a:bodyPr/>
          <a:lstStyle/>
          <a:p>
            <a:r>
              <a:rPr lang="en-US" noProof="0"/>
              <a:t>Presentation title</a:t>
            </a:r>
            <a:endParaRPr lang="en-US" noProof="0" dirty="0"/>
          </a:p>
        </p:txBody>
      </p:sp>
      <p:sp>
        <p:nvSpPr>
          <p:cNvPr id="5" name="Slide Number Placeholder 4">
            <a:extLst>
              <a:ext uri="{FF2B5EF4-FFF2-40B4-BE49-F238E27FC236}">
                <a16:creationId xmlns:a16="http://schemas.microsoft.com/office/drawing/2014/main" id="{64FC7183-3EBB-B8D1-A66D-964D3C3A7DA8}"/>
              </a:ext>
            </a:extLst>
          </p:cNvPr>
          <p:cNvSpPr>
            <a:spLocks noGrp="1"/>
          </p:cNvSpPr>
          <p:nvPr>
            <p:ph type="sldNum" sz="quarter" idx="55"/>
          </p:nvPr>
        </p:nvSpPr>
        <p:spPr/>
        <p:txBody>
          <a:bodyPr/>
          <a:lstStyle/>
          <a:p>
            <a:fld id="{47FEACEE-25B4-4A2D-B147-27296E36371D}" type="slidenum">
              <a:rPr lang="en-US" altLang="zh-CN" noProof="0" smtClean="0"/>
              <a:pPr/>
              <a:t>10</a:t>
            </a:fld>
            <a:endParaRPr lang="en-US" altLang="zh-CN" noProof="0" dirty="0"/>
          </a:p>
        </p:txBody>
      </p:sp>
    </p:spTree>
    <p:extLst>
      <p:ext uri="{BB962C8B-B14F-4D97-AF65-F5344CB8AC3E}">
        <p14:creationId xmlns:p14="http://schemas.microsoft.com/office/powerpoint/2010/main" val="2624021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E17942FE-65D3-7C03-B361-8DF125B81DC1}"/>
              </a:ext>
            </a:extLst>
          </p:cNvPr>
          <p:cNvSpPr>
            <a:spLocks noGrp="1"/>
          </p:cNvSpPr>
          <p:nvPr>
            <p:ph type="title"/>
          </p:nvPr>
        </p:nvSpPr>
        <p:spPr/>
        <p:txBody>
          <a:bodyPr/>
          <a:lstStyle/>
          <a:p>
            <a:r>
              <a:rPr lang="en-US" dirty="0"/>
              <a:t>Timeline</a:t>
            </a:r>
          </a:p>
        </p:txBody>
      </p:sp>
      <p:sp>
        <p:nvSpPr>
          <p:cNvPr id="63" name="Text Placeholder 62">
            <a:extLst>
              <a:ext uri="{FF2B5EF4-FFF2-40B4-BE49-F238E27FC236}">
                <a16:creationId xmlns:a16="http://schemas.microsoft.com/office/drawing/2014/main" id="{22D79EB2-B914-5355-4D75-3AC59F0DCCC3}"/>
              </a:ext>
            </a:extLst>
          </p:cNvPr>
          <p:cNvSpPr>
            <a:spLocks noGrp="1"/>
          </p:cNvSpPr>
          <p:nvPr>
            <p:ph type="body" sz="quarter" idx="27"/>
          </p:nvPr>
        </p:nvSpPr>
        <p:spPr/>
        <p:txBody>
          <a:bodyPr/>
          <a:lstStyle/>
          <a:p>
            <a:r>
              <a:rPr lang="en-US" dirty="0"/>
              <a:t>Sep 20XX</a:t>
            </a:r>
          </a:p>
        </p:txBody>
      </p:sp>
      <p:sp>
        <p:nvSpPr>
          <p:cNvPr id="16" name="Picture Placeholder 15">
            <a:extLst>
              <a:ext uri="{FF2B5EF4-FFF2-40B4-BE49-F238E27FC236}">
                <a16:creationId xmlns:a16="http://schemas.microsoft.com/office/drawing/2014/main" id="{7BD10CEB-2241-4246-B0F4-96E0DB642C4C}"/>
              </a:ext>
            </a:extLst>
          </p:cNvPr>
          <p:cNvSpPr>
            <a:spLocks noGrp="1"/>
          </p:cNvSpPr>
          <p:nvPr>
            <p:ph type="body" sz="quarter" idx="28"/>
          </p:nvPr>
        </p:nvSpPr>
        <p:spPr/>
        <p:txBody>
          <a:bodyPr/>
          <a:lstStyle/>
          <a:p>
            <a:r>
              <a:rPr lang="en-US" altLang="zh-CN" noProof="0" dirty="0"/>
              <a:t>Synergize scalable</a:t>
            </a:r>
          </a:p>
          <a:p>
            <a:r>
              <a:rPr lang="en-US" altLang="zh-CN" noProof="0" dirty="0"/>
              <a:t>e-commerce</a:t>
            </a:r>
          </a:p>
          <a:p>
            <a:endParaRPr lang="zh-CN" altLang="en-US"/>
          </a:p>
        </p:txBody>
      </p:sp>
      <p:sp>
        <p:nvSpPr>
          <p:cNvPr id="65" name="Text Placeholder 64">
            <a:extLst>
              <a:ext uri="{FF2B5EF4-FFF2-40B4-BE49-F238E27FC236}">
                <a16:creationId xmlns:a16="http://schemas.microsoft.com/office/drawing/2014/main" id="{0ECD9490-0BE0-6A65-01CD-D54CAB839511}"/>
              </a:ext>
            </a:extLst>
          </p:cNvPr>
          <p:cNvSpPr>
            <a:spLocks noGrp="1"/>
          </p:cNvSpPr>
          <p:nvPr>
            <p:ph type="body" sz="quarter" idx="38"/>
          </p:nvPr>
        </p:nvSpPr>
        <p:spPr/>
        <p:txBody>
          <a:bodyPr/>
          <a:lstStyle/>
          <a:p>
            <a:r>
              <a:rPr lang="en-US" dirty="0"/>
              <a:t>Nov 20XX</a:t>
            </a:r>
          </a:p>
        </p:txBody>
      </p:sp>
      <p:sp>
        <p:nvSpPr>
          <p:cNvPr id="19" name="Picture Placeholder 18">
            <a:extLst>
              <a:ext uri="{FF2B5EF4-FFF2-40B4-BE49-F238E27FC236}">
                <a16:creationId xmlns:a16="http://schemas.microsoft.com/office/drawing/2014/main" id="{78038ACE-740A-4AE7-A0B3-BEEA90495BDD}"/>
              </a:ext>
            </a:extLst>
          </p:cNvPr>
          <p:cNvSpPr>
            <a:spLocks noGrp="1"/>
          </p:cNvSpPr>
          <p:nvPr>
            <p:ph type="body" sz="quarter" idx="39"/>
          </p:nvPr>
        </p:nvSpPr>
        <p:spPr/>
        <p:txBody>
          <a:bodyPr/>
          <a:lstStyle/>
          <a:p>
            <a:pPr lvl="0"/>
            <a:r>
              <a:rPr lang="en-US" altLang="zh-CN" noProof="0" dirty="0"/>
              <a:t>Disseminate standardized metrics</a:t>
            </a:r>
          </a:p>
        </p:txBody>
      </p:sp>
      <p:sp>
        <p:nvSpPr>
          <p:cNvPr id="67" name="Text Placeholder 66">
            <a:extLst>
              <a:ext uri="{FF2B5EF4-FFF2-40B4-BE49-F238E27FC236}">
                <a16:creationId xmlns:a16="http://schemas.microsoft.com/office/drawing/2014/main" id="{CEEED1DD-BCBD-5246-2A2C-BCED87782D53}"/>
              </a:ext>
            </a:extLst>
          </p:cNvPr>
          <p:cNvSpPr>
            <a:spLocks noGrp="1"/>
          </p:cNvSpPr>
          <p:nvPr>
            <p:ph type="body" sz="quarter" idx="40"/>
          </p:nvPr>
        </p:nvSpPr>
        <p:spPr/>
        <p:txBody>
          <a:bodyPr/>
          <a:lstStyle/>
          <a:p>
            <a:r>
              <a:rPr lang="en-US" dirty="0"/>
              <a:t>Jan 20XX</a:t>
            </a:r>
          </a:p>
        </p:txBody>
      </p:sp>
      <p:sp>
        <p:nvSpPr>
          <p:cNvPr id="21" name="Picture Placeholder 20">
            <a:extLst>
              <a:ext uri="{FF2B5EF4-FFF2-40B4-BE49-F238E27FC236}">
                <a16:creationId xmlns:a16="http://schemas.microsoft.com/office/drawing/2014/main" id="{DD441F7A-4624-45D2-AE88-EEBA65185E6D}"/>
              </a:ext>
            </a:extLst>
          </p:cNvPr>
          <p:cNvSpPr>
            <a:spLocks noGrp="1"/>
          </p:cNvSpPr>
          <p:nvPr>
            <p:ph type="body" sz="quarter" idx="41"/>
          </p:nvPr>
        </p:nvSpPr>
        <p:spPr/>
        <p:txBody>
          <a:bodyPr/>
          <a:lstStyle/>
          <a:p>
            <a:r>
              <a:rPr lang="en-US" altLang="zh-CN" noProof="0" dirty="0"/>
              <a:t>Coordinate e-business applications</a:t>
            </a:r>
          </a:p>
          <a:p>
            <a:endParaRPr lang="zh-CN" altLang="en-US"/>
          </a:p>
        </p:txBody>
      </p:sp>
      <p:sp>
        <p:nvSpPr>
          <p:cNvPr id="69" name="Text Placeholder 68">
            <a:extLst>
              <a:ext uri="{FF2B5EF4-FFF2-40B4-BE49-F238E27FC236}">
                <a16:creationId xmlns:a16="http://schemas.microsoft.com/office/drawing/2014/main" id="{868536F0-BECB-41C2-208F-CAAC89E244FF}"/>
              </a:ext>
            </a:extLst>
          </p:cNvPr>
          <p:cNvSpPr>
            <a:spLocks noGrp="1"/>
          </p:cNvSpPr>
          <p:nvPr>
            <p:ph type="body" sz="quarter" idx="42"/>
          </p:nvPr>
        </p:nvSpPr>
        <p:spPr/>
        <p:txBody>
          <a:bodyPr/>
          <a:lstStyle/>
          <a:p>
            <a:r>
              <a:rPr lang="en-US" dirty="0"/>
              <a:t>Mar 20XX</a:t>
            </a:r>
          </a:p>
        </p:txBody>
      </p:sp>
      <p:sp>
        <p:nvSpPr>
          <p:cNvPr id="23" name="Picture Placeholder 22">
            <a:extLst>
              <a:ext uri="{FF2B5EF4-FFF2-40B4-BE49-F238E27FC236}">
                <a16:creationId xmlns:a16="http://schemas.microsoft.com/office/drawing/2014/main" id="{4EF68FE0-ADE3-4AB5-AC04-6C029B601AB2}"/>
              </a:ext>
            </a:extLst>
          </p:cNvPr>
          <p:cNvSpPr>
            <a:spLocks noGrp="1"/>
          </p:cNvSpPr>
          <p:nvPr>
            <p:ph type="body" sz="quarter" idx="43"/>
          </p:nvPr>
        </p:nvSpPr>
        <p:spPr/>
        <p:txBody>
          <a:bodyPr/>
          <a:lstStyle/>
          <a:p>
            <a:r>
              <a:rPr lang="en-US" altLang="zh-CN" dirty="0"/>
              <a:t>Foster holistically superior methodologies</a:t>
            </a:r>
          </a:p>
          <a:p>
            <a:endParaRPr lang="zh-CN" altLang="en-US"/>
          </a:p>
        </p:txBody>
      </p:sp>
      <p:sp>
        <p:nvSpPr>
          <p:cNvPr id="71" name="Text Placeholder 70">
            <a:extLst>
              <a:ext uri="{FF2B5EF4-FFF2-40B4-BE49-F238E27FC236}">
                <a16:creationId xmlns:a16="http://schemas.microsoft.com/office/drawing/2014/main" id="{FAFB92ED-EE9E-1E13-228D-2A33EE0B2FC2}"/>
              </a:ext>
            </a:extLst>
          </p:cNvPr>
          <p:cNvSpPr>
            <a:spLocks noGrp="1"/>
          </p:cNvSpPr>
          <p:nvPr>
            <p:ph type="body" sz="quarter" idx="44"/>
          </p:nvPr>
        </p:nvSpPr>
        <p:spPr/>
        <p:txBody>
          <a:bodyPr/>
          <a:lstStyle/>
          <a:p>
            <a:r>
              <a:rPr lang="en-US" dirty="0"/>
              <a:t>May 20XX</a:t>
            </a:r>
          </a:p>
        </p:txBody>
      </p:sp>
      <p:sp>
        <p:nvSpPr>
          <p:cNvPr id="25" name="Picture Placeholder 24">
            <a:extLst>
              <a:ext uri="{FF2B5EF4-FFF2-40B4-BE49-F238E27FC236}">
                <a16:creationId xmlns:a16="http://schemas.microsoft.com/office/drawing/2014/main" id="{5140B95D-A59E-4E6C-BF07-5DD5E0E818A0}"/>
              </a:ext>
            </a:extLst>
          </p:cNvPr>
          <p:cNvSpPr>
            <a:spLocks noGrp="1"/>
          </p:cNvSpPr>
          <p:nvPr>
            <p:ph type="body" sz="quarter" idx="45"/>
          </p:nvPr>
        </p:nvSpPr>
        <p:spPr/>
        <p:txBody>
          <a:bodyPr/>
          <a:lstStyle/>
          <a:p>
            <a:r>
              <a:rPr lang="en-US" altLang="zh-CN" dirty="0"/>
              <a:t>Deploy strategy networks with compelling e-business needs</a:t>
            </a:r>
          </a:p>
          <a:p>
            <a:endParaRPr lang="zh-CN" altLang="en-US"/>
          </a:p>
        </p:txBody>
      </p:sp>
      <p:sp>
        <p:nvSpPr>
          <p:cNvPr id="4" name="Footer Placeholder 3">
            <a:extLst>
              <a:ext uri="{FF2B5EF4-FFF2-40B4-BE49-F238E27FC236}">
                <a16:creationId xmlns:a16="http://schemas.microsoft.com/office/drawing/2014/main" id="{36404519-33C1-DA61-9858-3858F30C7808}"/>
              </a:ext>
            </a:extLst>
          </p:cNvPr>
          <p:cNvSpPr>
            <a:spLocks noGrp="1"/>
          </p:cNvSpPr>
          <p:nvPr>
            <p:ph type="ftr" sz="quarter" idx="46"/>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302DD1EA-9A0C-9303-AD79-5DAF401390EB}"/>
              </a:ext>
            </a:extLst>
          </p:cNvPr>
          <p:cNvSpPr>
            <a:spLocks noGrp="1"/>
          </p:cNvSpPr>
          <p:nvPr>
            <p:ph type="sldNum" sz="quarter" idx="47"/>
          </p:nvPr>
        </p:nvSpPr>
        <p:spPr/>
        <p:txBody>
          <a:bodyPr/>
          <a:lstStyle/>
          <a:p>
            <a:fld id="{47FEACEE-25B4-4A2D-B147-27296E36371D}" type="slidenum">
              <a:rPr lang="en-US" altLang="zh-CN" smtClean="0"/>
              <a:pPr/>
              <a:t>11</a:t>
            </a:fld>
            <a:endParaRPr lang="en-US" altLang="zh-CN" dirty="0"/>
          </a:p>
        </p:txBody>
      </p:sp>
    </p:spTree>
    <p:extLst>
      <p:ext uri="{BB962C8B-B14F-4D97-AF65-F5344CB8AC3E}">
        <p14:creationId xmlns:p14="http://schemas.microsoft.com/office/powerpoint/2010/main" val="3760906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le 59">
            <a:extLst>
              <a:ext uri="{FF2B5EF4-FFF2-40B4-BE49-F238E27FC236}">
                <a16:creationId xmlns:a16="http://schemas.microsoft.com/office/drawing/2014/main" id="{0031CE36-F77D-3964-C169-771DBA49D28A}"/>
              </a:ext>
            </a:extLst>
          </p:cNvPr>
          <p:cNvSpPr>
            <a:spLocks noGrp="1"/>
          </p:cNvSpPr>
          <p:nvPr>
            <p:ph type="title"/>
          </p:nvPr>
        </p:nvSpPr>
        <p:spPr/>
        <p:txBody>
          <a:bodyPr/>
          <a:lstStyle/>
          <a:p>
            <a:r>
              <a:rPr lang="en-US" dirty="0"/>
              <a:t>Areas of focus</a:t>
            </a:r>
          </a:p>
        </p:txBody>
      </p:sp>
      <p:pic>
        <p:nvPicPr>
          <p:cNvPr id="26" name="Picture Placeholder 25" descr="Layout of website design sketches on white paper">
            <a:extLst>
              <a:ext uri="{FF2B5EF4-FFF2-40B4-BE49-F238E27FC236}">
                <a16:creationId xmlns:a16="http://schemas.microsoft.com/office/drawing/2014/main" id="{4CBFAFCC-A306-4EA1-BEE3-7557795635A8}"/>
              </a:ext>
            </a:extLst>
          </p:cNvPr>
          <p:cNvPicPr>
            <a:picLocks noGrp="1" noChangeAspect="1"/>
          </p:cNvPicPr>
          <p:nvPr>
            <p:ph type="pic" sz="quarter" idx="51"/>
          </p:nvPr>
        </p:nvPicPr>
        <p:blipFill>
          <a:blip r:embed="rId3" cstate="print">
            <a:extLst>
              <a:ext uri="{28A0092B-C50C-407E-A947-70E740481C1C}">
                <a14:useLocalDpi xmlns:a14="http://schemas.microsoft.com/office/drawing/2010/main"/>
              </a:ext>
            </a:extLst>
          </a:blip>
          <a:srcRect/>
          <a:stretch>
            <a:fillRect/>
          </a:stretch>
        </p:blipFill>
        <p:spPr/>
      </p:pic>
      <p:sp>
        <p:nvSpPr>
          <p:cNvPr id="37" name="Text Placeholder 36">
            <a:extLst>
              <a:ext uri="{FF2B5EF4-FFF2-40B4-BE49-F238E27FC236}">
                <a16:creationId xmlns:a16="http://schemas.microsoft.com/office/drawing/2014/main" id="{16D3C8BC-FB28-3127-D29E-D4195120A3CA}"/>
              </a:ext>
            </a:extLst>
          </p:cNvPr>
          <p:cNvSpPr>
            <a:spLocks noGrp="1"/>
          </p:cNvSpPr>
          <p:nvPr>
            <p:ph type="body" sz="quarter" idx="27"/>
          </p:nvPr>
        </p:nvSpPr>
        <p:spPr/>
        <p:txBody>
          <a:bodyPr/>
          <a:lstStyle/>
          <a:p>
            <a:r>
              <a:rPr lang="en-US" dirty="0"/>
              <a:t>B2B market scenarios</a:t>
            </a:r>
          </a:p>
        </p:txBody>
      </p:sp>
      <p:sp>
        <p:nvSpPr>
          <p:cNvPr id="43" name="Text Placeholder 42">
            <a:extLst>
              <a:ext uri="{FF2B5EF4-FFF2-40B4-BE49-F238E27FC236}">
                <a16:creationId xmlns:a16="http://schemas.microsoft.com/office/drawing/2014/main" id="{520E98B6-7B33-8FD4-A662-31DD4B85E22E}"/>
              </a:ext>
            </a:extLst>
          </p:cNvPr>
          <p:cNvSpPr>
            <a:spLocks noGrp="1"/>
          </p:cNvSpPr>
          <p:nvPr>
            <p:ph type="body" sz="quarter" idx="28"/>
          </p:nvPr>
        </p:nvSpPr>
        <p:spPr/>
        <p:txBody>
          <a:bodyPr/>
          <a:lstStyle/>
          <a:p>
            <a:r>
              <a:rPr lang="en-US" dirty="0"/>
              <a:t>Develop winning strategies to keep ahead of the competition </a:t>
            </a:r>
          </a:p>
          <a:p>
            <a:endParaRPr lang="en-US" dirty="0"/>
          </a:p>
          <a:p>
            <a:r>
              <a:rPr lang="en-US" dirty="0"/>
              <a:t>Capitalize on low-hanging fruit to identify a ballpark value</a:t>
            </a:r>
          </a:p>
          <a:p>
            <a:endParaRPr lang="en-US" dirty="0"/>
          </a:p>
          <a:p>
            <a:r>
              <a:rPr lang="en-US" dirty="0"/>
              <a:t>Visualize customer directed convergence</a:t>
            </a:r>
          </a:p>
          <a:p>
            <a:endParaRPr lang="en-US" dirty="0"/>
          </a:p>
        </p:txBody>
      </p:sp>
      <p:sp>
        <p:nvSpPr>
          <p:cNvPr id="35" name="Text Placeholder 34">
            <a:extLst>
              <a:ext uri="{FF2B5EF4-FFF2-40B4-BE49-F238E27FC236}">
                <a16:creationId xmlns:a16="http://schemas.microsoft.com/office/drawing/2014/main" id="{2C8E94EA-2767-D144-C1BB-32AA2C99723B}"/>
              </a:ext>
            </a:extLst>
          </p:cNvPr>
          <p:cNvSpPr>
            <a:spLocks noGrp="1"/>
          </p:cNvSpPr>
          <p:nvPr>
            <p:ph type="body" sz="quarter" idx="52"/>
          </p:nvPr>
        </p:nvSpPr>
        <p:spPr>
          <a:xfrm>
            <a:off x="7811506" y="3625598"/>
            <a:ext cx="3012438" cy="587964"/>
          </a:xfrm>
        </p:spPr>
        <p:txBody>
          <a:bodyPr/>
          <a:lstStyle/>
          <a:p>
            <a:r>
              <a:rPr lang="en-US" dirty="0"/>
              <a:t>Cloud-based opportunities</a:t>
            </a:r>
          </a:p>
        </p:txBody>
      </p:sp>
      <p:sp>
        <p:nvSpPr>
          <p:cNvPr id="44" name="Text Placeholder 43">
            <a:extLst>
              <a:ext uri="{FF2B5EF4-FFF2-40B4-BE49-F238E27FC236}">
                <a16:creationId xmlns:a16="http://schemas.microsoft.com/office/drawing/2014/main" id="{78466807-A2DA-EC5D-ACDE-B83D6F7169EA}"/>
              </a:ext>
            </a:extLst>
          </p:cNvPr>
          <p:cNvSpPr>
            <a:spLocks noGrp="1"/>
          </p:cNvSpPr>
          <p:nvPr>
            <p:ph type="body" sz="quarter" idx="53"/>
          </p:nvPr>
        </p:nvSpPr>
        <p:spPr/>
        <p:txBody>
          <a:bodyPr/>
          <a:lstStyle/>
          <a:p>
            <a:r>
              <a:rPr lang="en-US" dirty="0"/>
              <a:t>Iterative approaches to corporate strategy</a:t>
            </a:r>
          </a:p>
          <a:p>
            <a:endParaRPr lang="en-US" dirty="0"/>
          </a:p>
          <a:p>
            <a:r>
              <a:rPr lang="en-US" dirty="0"/>
              <a:t>Establish a management framework from the inside</a:t>
            </a:r>
          </a:p>
          <a:p>
            <a:endParaRPr lang="en-US" dirty="0"/>
          </a:p>
        </p:txBody>
      </p:sp>
      <p:sp>
        <p:nvSpPr>
          <p:cNvPr id="5" name="Slide Number Placeholder 4">
            <a:extLst>
              <a:ext uri="{FF2B5EF4-FFF2-40B4-BE49-F238E27FC236}">
                <a16:creationId xmlns:a16="http://schemas.microsoft.com/office/drawing/2014/main" id="{2B243AAE-D428-CAAE-DCAF-0266FEEEAC70}"/>
              </a:ext>
            </a:extLst>
          </p:cNvPr>
          <p:cNvSpPr>
            <a:spLocks noGrp="1"/>
          </p:cNvSpPr>
          <p:nvPr>
            <p:ph type="sldNum" sz="quarter" idx="55"/>
          </p:nvPr>
        </p:nvSpPr>
        <p:spPr/>
        <p:txBody>
          <a:bodyPr/>
          <a:lstStyle/>
          <a:p>
            <a:fld id="{47FEACEE-25B4-4A2D-B147-27296E36371D}" type="slidenum">
              <a:rPr lang="en-US" altLang="zh-CN" smtClean="0"/>
              <a:pPr/>
              <a:t>12</a:t>
            </a:fld>
            <a:endParaRPr lang="en-US" altLang="zh-CN" dirty="0"/>
          </a:p>
        </p:txBody>
      </p:sp>
    </p:spTree>
    <p:extLst>
      <p:ext uri="{BB962C8B-B14F-4D97-AF65-F5344CB8AC3E}">
        <p14:creationId xmlns:p14="http://schemas.microsoft.com/office/powerpoint/2010/main" val="4182148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721E73BA-53B9-C0C1-476A-00736A64AB79}"/>
              </a:ext>
            </a:extLst>
          </p:cNvPr>
          <p:cNvSpPr>
            <a:spLocks noGrp="1"/>
          </p:cNvSpPr>
          <p:nvPr>
            <p:ph type="title"/>
          </p:nvPr>
        </p:nvSpPr>
        <p:spPr/>
        <p:txBody>
          <a:bodyPr/>
          <a:lstStyle/>
          <a:p>
            <a:r>
              <a:rPr lang="en-US" dirty="0"/>
              <a:t>How we get there</a:t>
            </a:r>
          </a:p>
        </p:txBody>
      </p:sp>
      <p:pic>
        <p:nvPicPr>
          <p:cNvPr id="192" name="Picture Placeholder 191" descr="Abacus with solid fill">
            <a:extLst>
              <a:ext uri="{FF2B5EF4-FFF2-40B4-BE49-F238E27FC236}">
                <a16:creationId xmlns:a16="http://schemas.microsoft.com/office/drawing/2014/main" id="{03D5E3D1-D423-EF5A-EE43-00CF1BD7FF63}"/>
              </a:ext>
            </a:extLst>
          </p:cNvPr>
          <p:cNvPicPr>
            <a:picLocks noGrp="1" noChangeAspect="1"/>
          </p:cNvPicPr>
          <p:nvPr>
            <p:ph type="pic" sz="quarter" idx="36"/>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5182" r="5182"/>
          <a:stretch>
            <a:fillRect/>
          </a:stretch>
        </p:blipFill>
        <p:spPr/>
      </p:pic>
      <p:sp>
        <p:nvSpPr>
          <p:cNvPr id="9" name="Text Placeholder 8">
            <a:extLst>
              <a:ext uri="{FF2B5EF4-FFF2-40B4-BE49-F238E27FC236}">
                <a16:creationId xmlns:a16="http://schemas.microsoft.com/office/drawing/2014/main" id="{FA96FE97-5E27-FC36-5E3A-511A31E6C789}"/>
              </a:ext>
            </a:extLst>
          </p:cNvPr>
          <p:cNvSpPr>
            <a:spLocks noGrp="1"/>
          </p:cNvSpPr>
          <p:nvPr>
            <p:ph type="body" sz="quarter" idx="27"/>
          </p:nvPr>
        </p:nvSpPr>
        <p:spPr/>
        <p:txBody>
          <a:bodyPr/>
          <a:lstStyle/>
          <a:p>
            <a:r>
              <a:rPr lang="en-US" dirty="0"/>
              <a:t>ROI</a:t>
            </a:r>
          </a:p>
        </p:txBody>
      </p:sp>
      <p:sp>
        <p:nvSpPr>
          <p:cNvPr id="10" name="Text Placeholder 9">
            <a:extLst>
              <a:ext uri="{FF2B5EF4-FFF2-40B4-BE49-F238E27FC236}">
                <a16:creationId xmlns:a16="http://schemas.microsoft.com/office/drawing/2014/main" id="{4CE5DE1C-24E7-3841-9376-89E91B4A4762}"/>
              </a:ext>
            </a:extLst>
          </p:cNvPr>
          <p:cNvSpPr>
            <a:spLocks noGrp="1"/>
          </p:cNvSpPr>
          <p:nvPr>
            <p:ph type="body" sz="quarter" idx="28"/>
          </p:nvPr>
        </p:nvSpPr>
        <p:spPr/>
        <p:txBody>
          <a:bodyPr/>
          <a:lstStyle/>
          <a:p>
            <a:r>
              <a:rPr lang="en-US" dirty="0"/>
              <a:t>Envision multimedia-based expertise and cross-media growth strategies</a:t>
            </a:r>
          </a:p>
          <a:p>
            <a:r>
              <a:rPr lang="en-US" dirty="0"/>
              <a:t>Visualize quality intellectual capital</a:t>
            </a:r>
          </a:p>
          <a:p>
            <a:r>
              <a:rPr lang="en-US" dirty="0"/>
              <a:t>Engage worldwide methodologies with web-enabled technologies</a:t>
            </a:r>
          </a:p>
          <a:p>
            <a:endParaRPr lang="en-US" dirty="0"/>
          </a:p>
        </p:txBody>
      </p:sp>
      <p:pic>
        <p:nvPicPr>
          <p:cNvPr id="194" name="Picture Placeholder 193" descr="Bar graph with upward trend with solid fill">
            <a:extLst>
              <a:ext uri="{FF2B5EF4-FFF2-40B4-BE49-F238E27FC236}">
                <a16:creationId xmlns:a16="http://schemas.microsoft.com/office/drawing/2014/main" id="{FAB9DE8A-4935-A3E0-0122-F76CDEAC29D1}"/>
              </a:ext>
            </a:extLst>
          </p:cNvPr>
          <p:cNvPicPr>
            <a:picLocks noGrp="1" noChangeAspect="1"/>
          </p:cNvPicPr>
          <p:nvPr>
            <p:ph type="pic" sz="quarter" idx="37"/>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2661" r="2661"/>
          <a:stretch>
            <a:fillRect/>
          </a:stretch>
        </p:blipFill>
        <p:spPr/>
      </p:pic>
      <p:sp>
        <p:nvSpPr>
          <p:cNvPr id="11" name="Text Placeholder 10">
            <a:extLst>
              <a:ext uri="{FF2B5EF4-FFF2-40B4-BE49-F238E27FC236}">
                <a16:creationId xmlns:a16="http://schemas.microsoft.com/office/drawing/2014/main" id="{DC774673-50D8-2D6F-C339-6E4B0A126B06}"/>
              </a:ext>
            </a:extLst>
          </p:cNvPr>
          <p:cNvSpPr>
            <a:spLocks noGrp="1"/>
          </p:cNvSpPr>
          <p:nvPr>
            <p:ph type="body" sz="quarter" idx="29"/>
          </p:nvPr>
        </p:nvSpPr>
        <p:spPr/>
        <p:txBody>
          <a:bodyPr/>
          <a:lstStyle/>
          <a:p>
            <a:r>
              <a:rPr lang="en-US" dirty="0"/>
              <a:t>Niche markets</a:t>
            </a:r>
          </a:p>
        </p:txBody>
      </p:sp>
      <p:sp>
        <p:nvSpPr>
          <p:cNvPr id="13" name="Text Placeholder 12">
            <a:extLst>
              <a:ext uri="{FF2B5EF4-FFF2-40B4-BE49-F238E27FC236}">
                <a16:creationId xmlns:a16="http://schemas.microsoft.com/office/drawing/2014/main" id="{DEB5763E-8BC0-F6C3-3814-6649A828C000}"/>
              </a:ext>
            </a:extLst>
          </p:cNvPr>
          <p:cNvSpPr>
            <a:spLocks noGrp="1"/>
          </p:cNvSpPr>
          <p:nvPr>
            <p:ph type="body" sz="quarter" idx="34"/>
          </p:nvPr>
        </p:nvSpPr>
        <p:spPr/>
        <p:txBody>
          <a:bodyPr/>
          <a:lstStyle/>
          <a:p>
            <a:r>
              <a:rPr lang="en-US" dirty="0"/>
              <a:t>Pursue scalable customer service through sustainable strategies</a:t>
            </a:r>
          </a:p>
          <a:p>
            <a:r>
              <a:rPr lang="en-US" dirty="0"/>
              <a:t>Engage top-line web services with cutting-edge deliverables</a:t>
            </a:r>
          </a:p>
          <a:p>
            <a:endParaRPr lang="en-US" dirty="0"/>
          </a:p>
        </p:txBody>
      </p:sp>
      <p:pic>
        <p:nvPicPr>
          <p:cNvPr id="196" name="Picture Placeholder 195" descr="Link with solid fill">
            <a:extLst>
              <a:ext uri="{FF2B5EF4-FFF2-40B4-BE49-F238E27FC236}">
                <a16:creationId xmlns:a16="http://schemas.microsoft.com/office/drawing/2014/main" id="{B21D7164-3991-2960-0F80-CB302359CD8D}"/>
              </a:ext>
            </a:extLst>
          </p:cNvPr>
          <p:cNvPicPr>
            <a:picLocks noGrp="1" noChangeAspect="1"/>
          </p:cNvPicPr>
          <p:nvPr>
            <p:ph type="pic" sz="quarter" idx="38"/>
          </p:nvPr>
        </p:nvPicPr>
        <p:blipFill>
          <a:blip cstate="print">
            <a:extLst>
              <a:ext uri="{28A0092B-C50C-407E-A947-70E740481C1C}">
                <a14:useLocalDpi xmlns:a14="http://schemas.microsoft.com/office/drawing/2010/main"/>
              </a:ext>
              <a:ext uri="{96DAC541-7B7A-43D3-8B79-37D633B846F1}">
                <asvg:svgBlip xmlns:asvg="http://schemas.microsoft.com/office/drawing/2016/SVG/main" r:embed="rId5"/>
              </a:ext>
            </a:extLst>
          </a:blip>
          <a:srcRect l="2528" r="2528"/>
          <a:stretch>
            <a:fillRect/>
          </a:stretch>
        </p:blipFill>
        <p:spPr/>
      </p:pic>
      <p:sp>
        <p:nvSpPr>
          <p:cNvPr id="12" name="Text Placeholder 11">
            <a:extLst>
              <a:ext uri="{FF2B5EF4-FFF2-40B4-BE49-F238E27FC236}">
                <a16:creationId xmlns:a16="http://schemas.microsoft.com/office/drawing/2014/main" id="{D3E02E0C-26E8-8160-D35F-2398015C051B}"/>
              </a:ext>
            </a:extLst>
          </p:cNvPr>
          <p:cNvSpPr>
            <a:spLocks noGrp="1"/>
          </p:cNvSpPr>
          <p:nvPr>
            <p:ph type="body" sz="quarter" idx="31"/>
          </p:nvPr>
        </p:nvSpPr>
        <p:spPr/>
        <p:txBody>
          <a:bodyPr/>
          <a:lstStyle/>
          <a:p>
            <a:r>
              <a:rPr lang="en-US" dirty="0"/>
              <a:t>Supply chains</a:t>
            </a:r>
          </a:p>
        </p:txBody>
      </p:sp>
      <p:sp>
        <p:nvSpPr>
          <p:cNvPr id="14" name="Text Placeholder 13">
            <a:extLst>
              <a:ext uri="{FF2B5EF4-FFF2-40B4-BE49-F238E27FC236}">
                <a16:creationId xmlns:a16="http://schemas.microsoft.com/office/drawing/2014/main" id="{C78180D0-1AB6-8416-0EB1-10648E1A6050}"/>
              </a:ext>
            </a:extLst>
          </p:cNvPr>
          <p:cNvSpPr>
            <a:spLocks noGrp="1"/>
          </p:cNvSpPr>
          <p:nvPr>
            <p:ph type="body" sz="quarter" idx="35"/>
          </p:nvPr>
        </p:nvSpPr>
        <p:spPr/>
        <p:txBody>
          <a:bodyPr/>
          <a:lstStyle/>
          <a:p>
            <a:r>
              <a:rPr lang="en-US" dirty="0"/>
              <a:t>Cultivate one-to-one customer service with robust ideas</a:t>
            </a:r>
          </a:p>
          <a:p>
            <a:r>
              <a:rPr lang="en-US" dirty="0"/>
              <a:t>Maximize timely deliverables for real-time schemas</a:t>
            </a:r>
          </a:p>
        </p:txBody>
      </p:sp>
      <p:sp>
        <p:nvSpPr>
          <p:cNvPr id="5" name="Slide Number Placeholder 4">
            <a:extLst>
              <a:ext uri="{FF2B5EF4-FFF2-40B4-BE49-F238E27FC236}">
                <a16:creationId xmlns:a16="http://schemas.microsoft.com/office/drawing/2014/main" id="{FD96C503-BABC-632E-06CA-12C8474920EB}"/>
              </a:ext>
            </a:extLst>
          </p:cNvPr>
          <p:cNvSpPr>
            <a:spLocks noGrp="1"/>
          </p:cNvSpPr>
          <p:nvPr>
            <p:ph type="sldNum" sz="quarter" idx="40"/>
          </p:nvPr>
        </p:nvSpPr>
        <p:spPr/>
        <p:txBody>
          <a:bodyPr/>
          <a:lstStyle/>
          <a:p>
            <a:fld id="{47FEACEE-25B4-4A2D-B147-27296E36371D}" type="slidenum">
              <a:rPr lang="en-US" altLang="zh-CN" smtClean="0"/>
              <a:pPr/>
              <a:t>13</a:t>
            </a:fld>
            <a:endParaRPr lang="en-US" altLang="zh-CN" dirty="0"/>
          </a:p>
        </p:txBody>
      </p:sp>
    </p:spTree>
    <p:extLst>
      <p:ext uri="{BB962C8B-B14F-4D97-AF65-F5344CB8AC3E}">
        <p14:creationId xmlns:p14="http://schemas.microsoft.com/office/powerpoint/2010/main" val="2519727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EFA9173-F892-5C7D-99AF-4C5FFB1532B4}"/>
              </a:ext>
            </a:extLst>
          </p:cNvPr>
          <p:cNvSpPr>
            <a:spLocks noGrp="1"/>
          </p:cNvSpPr>
          <p:nvPr>
            <p:ph type="title"/>
          </p:nvPr>
        </p:nvSpPr>
        <p:spPr/>
        <p:txBody>
          <a:bodyPr/>
          <a:lstStyle/>
          <a:p>
            <a:r>
              <a:rPr lang="en-US" altLang="zh-CN" dirty="0"/>
              <a:t>Summary</a:t>
            </a:r>
            <a:endParaRPr lang="en-US" dirty="0"/>
          </a:p>
        </p:txBody>
      </p:sp>
      <p:sp>
        <p:nvSpPr>
          <p:cNvPr id="29" name="Text Placeholder 28">
            <a:extLst>
              <a:ext uri="{FF2B5EF4-FFF2-40B4-BE49-F238E27FC236}">
                <a16:creationId xmlns:a16="http://schemas.microsoft.com/office/drawing/2014/main" id="{52FD53DB-CD39-2575-F8BA-63488E81091E}"/>
              </a:ext>
            </a:extLst>
          </p:cNvPr>
          <p:cNvSpPr>
            <a:spLocks noGrp="1"/>
          </p:cNvSpPr>
          <p:nvPr>
            <p:ph type="body" sz="quarter" idx="28"/>
          </p:nvPr>
        </p:nvSpPr>
        <p:spPr/>
        <p:txBody>
          <a:bodyPr/>
          <a:lstStyle/>
          <a:p>
            <a:r>
              <a:rPr lang="en-US" altLang="zh-CN" dirty="0"/>
              <a:t>At Contoso, we believe in giving 110%. By using our next-generation data architecture, we help organizations virtually manage agile workflows. We thrive because of our market knowledge and great team behind our product. As our CEO says, “Efficiencies will come from proactively transforming how we do business.”</a:t>
            </a:r>
          </a:p>
          <a:p>
            <a:endParaRPr lang="en-US" dirty="0"/>
          </a:p>
        </p:txBody>
      </p:sp>
      <p:pic>
        <p:nvPicPr>
          <p:cNvPr id="38" name="Picture Placeholder 37" descr="People working in office">
            <a:extLst>
              <a:ext uri="{FF2B5EF4-FFF2-40B4-BE49-F238E27FC236}">
                <a16:creationId xmlns:a16="http://schemas.microsoft.com/office/drawing/2014/main" id="{4162880A-4A88-ED9F-357E-65638ED8BB0C}"/>
              </a:ext>
            </a:extLst>
          </p:cNvPr>
          <p:cNvPicPr>
            <a:picLocks noGrp="1" noChangeAspect="1"/>
          </p:cNvPicPr>
          <p:nvPr>
            <p:ph type="pic" sz="quarter" idx="48"/>
          </p:nvPr>
        </p:nvPicPr>
        <p:blipFill>
          <a:blip r:embed="rId3" cstate="print">
            <a:extLst>
              <a:ext uri="{28A0092B-C50C-407E-A947-70E740481C1C}">
                <a14:useLocalDpi xmlns:a14="http://schemas.microsoft.com/office/drawing/2010/main"/>
              </a:ext>
            </a:extLst>
          </a:blip>
          <a:srcRect/>
          <a:stretch>
            <a:fillRect/>
          </a:stretch>
        </p:blipFill>
        <p:spPr/>
      </p:pic>
      <p:pic>
        <p:nvPicPr>
          <p:cNvPr id="39" name="Picture Placeholder 31">
            <a:extLst>
              <a:ext uri="{FF2B5EF4-FFF2-40B4-BE49-F238E27FC236}">
                <a16:creationId xmlns:a16="http://schemas.microsoft.com/office/drawing/2014/main" id="{6037332D-8714-C147-6E64-3654D8C57839}"/>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4" name="Footer Placeholder 3">
            <a:extLst>
              <a:ext uri="{FF2B5EF4-FFF2-40B4-BE49-F238E27FC236}">
                <a16:creationId xmlns:a16="http://schemas.microsoft.com/office/drawing/2014/main" id="{8E531165-F745-171F-F6EC-07FDD4E3E06C}"/>
              </a:ext>
            </a:extLst>
          </p:cNvPr>
          <p:cNvSpPr>
            <a:spLocks noGrp="1"/>
          </p:cNvSpPr>
          <p:nvPr>
            <p:ph type="ftr" sz="quarter" idx="49"/>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2F30A6A-65C9-04FE-77CF-C95CC406DBDB}"/>
              </a:ext>
            </a:extLst>
          </p:cNvPr>
          <p:cNvSpPr>
            <a:spLocks noGrp="1"/>
          </p:cNvSpPr>
          <p:nvPr>
            <p:ph type="sldNum" sz="quarter" idx="50"/>
          </p:nvPr>
        </p:nvSpPr>
        <p:spPr/>
        <p:txBody>
          <a:bodyPr/>
          <a:lstStyle/>
          <a:p>
            <a:fld id="{47FEACEE-25B4-4A2D-B147-27296E36371D}" type="slidenum">
              <a:rPr lang="en-US" altLang="zh-CN" smtClean="0"/>
              <a:pPr/>
              <a:t>14</a:t>
            </a:fld>
            <a:endParaRPr lang="en-US" altLang="zh-CN" dirty="0"/>
          </a:p>
        </p:txBody>
      </p:sp>
    </p:spTree>
    <p:extLst>
      <p:ext uri="{BB962C8B-B14F-4D97-AF65-F5344CB8AC3E}">
        <p14:creationId xmlns:p14="http://schemas.microsoft.com/office/powerpoint/2010/main" val="4157533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p:txBody>
          <a:bodyPr/>
          <a:lstStyle/>
          <a:p>
            <a:r>
              <a:rPr lang="en-US" dirty="0"/>
              <a:t>Thank you</a:t>
            </a:r>
          </a:p>
        </p:txBody>
      </p:sp>
      <p:pic>
        <p:nvPicPr>
          <p:cNvPr id="14" name="Picture Placeholder 13" descr="People working in office">
            <a:extLst>
              <a:ext uri="{FF2B5EF4-FFF2-40B4-BE49-F238E27FC236}">
                <a16:creationId xmlns:a16="http://schemas.microsoft.com/office/drawing/2014/main" id="{496155F4-61B2-441D-9F16-788866450DA2}"/>
              </a:ext>
            </a:extLst>
          </p:cNvPr>
          <p:cNvPicPr>
            <a:picLocks noGrp="1" noChangeAspect="1"/>
          </p:cNvPicPr>
          <p:nvPr>
            <p:ph type="pic" sz="quarter" idx="49"/>
          </p:nvPr>
        </p:nvPicPr>
        <p:blipFill rotWithShape="1">
          <a:blip r:embed="rId3" cstate="print">
            <a:extLst>
              <a:ext uri="{28A0092B-C50C-407E-A947-70E740481C1C}">
                <a14:useLocalDpi xmlns:a14="http://schemas.microsoft.com/office/drawing/2010/main"/>
              </a:ext>
            </a:extLst>
          </a:blip>
          <a:srcRect/>
          <a:stretch/>
        </p:blipFill>
        <p:spPr/>
      </p:pic>
      <p:pic>
        <p:nvPicPr>
          <p:cNvPr id="16" name="Picture Placeholder 15" descr="People in an office discussing work over a laptop&#10;">
            <a:extLst>
              <a:ext uri="{FF2B5EF4-FFF2-40B4-BE49-F238E27FC236}">
                <a16:creationId xmlns:a16="http://schemas.microsoft.com/office/drawing/2014/main" id="{BCD5762E-DD49-42B3-9CA8-46A4AD7193E2}"/>
              </a:ext>
            </a:extLst>
          </p:cNvPr>
          <p:cNvPicPr>
            <a:picLocks noGrp="1" noChangeAspect="1"/>
          </p:cNvPicPr>
          <p:nvPr>
            <p:ph type="pic" sz="quarter" idx="48"/>
          </p:nvPr>
        </p:nvPicPr>
        <p:blipFill rotWithShape="1">
          <a:blip r:embed="rId4" cstate="print">
            <a:extLst>
              <a:ext uri="{28A0092B-C50C-407E-A947-70E740481C1C}">
                <a14:useLocalDpi xmlns:a14="http://schemas.microsoft.com/office/drawing/2010/main"/>
              </a:ext>
            </a:extLst>
          </a:blip>
          <a:srcRect/>
          <a:stretch/>
        </p:blipFill>
        <p:spPr/>
      </p:pic>
      <p:pic>
        <p:nvPicPr>
          <p:cNvPr id="18" name="Picture Placeholder 17" descr="Layout of website design sketches on white paper">
            <a:extLst>
              <a:ext uri="{FF2B5EF4-FFF2-40B4-BE49-F238E27FC236}">
                <a16:creationId xmlns:a16="http://schemas.microsoft.com/office/drawing/2014/main" id="{1051CD21-1408-4D13-BF0B-0D7013AD2D0C}"/>
              </a:ext>
            </a:extLst>
          </p:cNvPr>
          <p:cNvPicPr>
            <a:picLocks noGrp="1" noChangeAspect="1"/>
          </p:cNvPicPr>
          <p:nvPr>
            <p:ph type="pic" sz="quarter" idx="51"/>
          </p:nvPr>
        </p:nvPicPr>
        <p:blipFill rotWithShape="1">
          <a:blip r:embed="rId5" cstate="print">
            <a:extLst>
              <a:ext uri="{28A0092B-C50C-407E-A947-70E740481C1C}">
                <a14:useLocalDpi xmlns:a14="http://schemas.microsoft.com/office/drawing/2010/main"/>
              </a:ext>
            </a:extLst>
          </a:blip>
          <a:srcRect/>
          <a:stretch/>
        </p:blipFill>
        <p:spPr/>
      </p:pic>
      <p:sp>
        <p:nvSpPr>
          <p:cNvPr id="25" name="Text Placeholder 24">
            <a:extLst>
              <a:ext uri="{FF2B5EF4-FFF2-40B4-BE49-F238E27FC236}">
                <a16:creationId xmlns:a16="http://schemas.microsoft.com/office/drawing/2014/main" id="{B993E4D5-4AD0-4740-096D-6822944C8FF6}"/>
              </a:ext>
            </a:extLst>
          </p:cNvPr>
          <p:cNvSpPr>
            <a:spLocks noGrp="1"/>
          </p:cNvSpPr>
          <p:nvPr>
            <p:ph type="body" sz="quarter" idx="27"/>
          </p:nvPr>
        </p:nvSpPr>
        <p:spPr/>
        <p:txBody>
          <a:bodyPr/>
          <a:lstStyle/>
          <a:p>
            <a:r>
              <a:rPr lang="en-US" dirty="0"/>
              <a:t>Mirjam Nilsson</a:t>
            </a:r>
          </a:p>
          <a:p>
            <a:pPr lvl="0"/>
            <a:r>
              <a:rPr lang="en-US" dirty="0"/>
              <a:t>mirjam@contoso.com</a:t>
            </a:r>
          </a:p>
          <a:p>
            <a:pPr lvl="0"/>
            <a:r>
              <a:rPr lang="en-US" dirty="0"/>
              <a:t>www.contoso.com</a:t>
            </a:r>
          </a:p>
          <a:p>
            <a:endParaRPr lang="en-US" dirty="0"/>
          </a:p>
        </p:txBody>
      </p:sp>
      <p:pic>
        <p:nvPicPr>
          <p:cNvPr id="28" name="Picture Placeholder 27" descr="Businesswoman reviewing sticky notes on a wall">
            <a:extLst>
              <a:ext uri="{FF2B5EF4-FFF2-40B4-BE49-F238E27FC236}">
                <a16:creationId xmlns:a16="http://schemas.microsoft.com/office/drawing/2014/main" id="{B746A775-E65C-70F6-9DB4-E51F7F2DAECE}"/>
              </a:ext>
            </a:extLst>
          </p:cNvPr>
          <p:cNvPicPr>
            <a:picLocks noGrp="1" noChangeAspect="1"/>
          </p:cNvPicPr>
          <p:nvPr>
            <p:ph type="pic" sz="quarter" idx="50"/>
          </p:nvPr>
        </p:nvPicPr>
        <p:blipFill>
          <a:blip r:embed="rId6" cstate="print">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9">
      <a:dk1>
        <a:srgbClr val="000000"/>
      </a:dk1>
      <a:lt1>
        <a:srgbClr val="FFFFFF"/>
      </a:lt1>
      <a:dk2>
        <a:srgbClr val="0F253E"/>
      </a:dk2>
      <a:lt2>
        <a:srgbClr val="E7E6E6"/>
      </a:lt2>
      <a:accent1>
        <a:srgbClr val="4472C4"/>
      </a:accent1>
      <a:accent2>
        <a:srgbClr val="B83803"/>
      </a:accent2>
      <a:accent3>
        <a:srgbClr val="DCD3CC"/>
      </a:accent3>
      <a:accent4>
        <a:srgbClr val="F79320"/>
      </a:accent4>
      <a:accent5>
        <a:srgbClr val="44668D"/>
      </a:accent5>
      <a:accent6>
        <a:srgbClr val="0F253E"/>
      </a:accent6>
      <a:hlink>
        <a:srgbClr val="AEC0D9"/>
      </a:hlink>
      <a:folHlink>
        <a:srgbClr val="B83903"/>
      </a:folHlink>
    </a:clrScheme>
    <a:fontScheme name="Custom 10">
      <a:majorFont>
        <a:latin typeface="Posterama Text Black"/>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Hexagon presentation light - tm89027928_Win22_jx_v15" id="{E4F720B1-AC3A-441F-B00A-6ECF71D2AB0C}" vid="{71933BEE-9DD7-4D62-B50F-A654080E9C9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E0D8C9A-C895-482B-B501-694996FFDE4D}">
  <ds:schemaRefs>
    <ds:schemaRef ds:uri="http://schemas.microsoft.com/sharepoint/v3/contenttype/forms"/>
  </ds:schemaRefs>
</ds:datastoreItem>
</file>

<file path=customXml/itemProps2.xml><?xml version="1.0" encoding="utf-8"?>
<ds:datastoreItem xmlns:ds="http://schemas.openxmlformats.org/officeDocument/2006/customXml" ds:itemID="{C511997D-2559-4D54-8469-327570B1872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4AD51DF-C727-4608-B606-5D6C957D4C4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light</Template>
  <TotalTime>0</TotalTime>
  <Words>462</Words>
  <Application>Microsoft Office PowerPoint</Application>
  <PresentationFormat>ワイド画面</PresentationFormat>
  <Paragraphs>172</Paragraphs>
  <Slides>15</Slides>
  <Notes>15</Notes>
  <HiddenSlides>0</HiddenSlides>
  <MMClips>0</MMClips>
  <ScaleCrop>false</ScaleCrop>
  <HeadingPairs>
    <vt:vector size="4" baseType="variant">
      <vt:variant>
        <vt:lpstr>テーマ</vt:lpstr>
      </vt:variant>
      <vt:variant>
        <vt:i4>1</vt:i4>
      </vt:variant>
      <vt:variant>
        <vt:lpstr>スライド タイトル</vt:lpstr>
      </vt:variant>
      <vt:variant>
        <vt:i4>15</vt:i4>
      </vt:variant>
    </vt:vector>
  </HeadingPairs>
  <TitlesOfParts>
    <vt:vector size="16" baseType="lpstr">
      <vt:lpstr>Custom</vt:lpstr>
      <vt:lpstr>Presentation title</vt:lpstr>
      <vt:lpstr>Agenda</vt:lpstr>
      <vt:lpstr>Introduction</vt:lpstr>
      <vt:lpstr>Primary goals</vt:lpstr>
      <vt:lpstr>Areas of growth</vt:lpstr>
      <vt:lpstr>“Business opportunities are like buses. There’s always another one coming.”</vt:lpstr>
      <vt:lpstr>Meet our team</vt:lpstr>
      <vt:lpstr>Meet our extended team </vt:lpstr>
      <vt:lpstr>Plan for product launch</vt:lpstr>
      <vt:lpstr>Plan for product launch </vt:lpstr>
      <vt:lpstr>Timeline</vt:lpstr>
      <vt:lpstr>Areas of focus</vt:lpstr>
      <vt:lpstr>How we get there</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2026-06-29T01:58:56Z</dcterms:created>
  <dcterms:modified xsi:type="dcterms:W3CDTF">2026-06-29T01:59:33Z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